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3.xml" ContentType="application/vnd.openxmlformats-officedocument.theme+xml"/>
  <Override PartName="/ppt/slideLayouts/slideLayout14.xml" ContentType="application/vnd.openxmlformats-officedocument.presentationml.slideLayout+xml"/>
  <Override PartName="/ppt/theme/theme4.xml" ContentType="application/vnd.openxmlformats-officedocument.theme+xml"/>
  <Override PartName="/ppt/slideLayouts/slideLayout15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62" r:id="rId2"/>
    <p:sldMasterId id="2147483739" r:id="rId3"/>
    <p:sldMasterId id="2147483751" r:id="rId4"/>
    <p:sldMasterId id="2147483749" r:id="rId5"/>
  </p:sldMasterIdLst>
  <p:notesMasterIdLst>
    <p:notesMasterId r:id="rId29"/>
  </p:notesMasterIdLst>
  <p:handoutMasterIdLst>
    <p:handoutMasterId r:id="rId30"/>
  </p:handoutMasterIdLst>
  <p:sldIdLst>
    <p:sldId id="256" r:id="rId6"/>
    <p:sldId id="266" r:id="rId7"/>
    <p:sldId id="258" r:id="rId8"/>
    <p:sldId id="259" r:id="rId9"/>
    <p:sldId id="329" r:id="rId10"/>
    <p:sldId id="330" r:id="rId11"/>
    <p:sldId id="331" r:id="rId12"/>
    <p:sldId id="332" r:id="rId13"/>
    <p:sldId id="333" r:id="rId14"/>
    <p:sldId id="334" r:id="rId15"/>
    <p:sldId id="339" r:id="rId16"/>
    <p:sldId id="335" r:id="rId17"/>
    <p:sldId id="336" r:id="rId18"/>
    <p:sldId id="340" r:id="rId19"/>
    <p:sldId id="341" r:id="rId20"/>
    <p:sldId id="337" r:id="rId21"/>
    <p:sldId id="344" r:id="rId22"/>
    <p:sldId id="342" r:id="rId23"/>
    <p:sldId id="338" r:id="rId24"/>
    <p:sldId id="345" r:id="rId25"/>
    <p:sldId id="327" r:id="rId26"/>
    <p:sldId id="263" r:id="rId27"/>
    <p:sldId id="265" r:id="rId28"/>
  </p:sldIdLst>
  <p:sldSz cx="9144000" cy="6858000" type="screen4x3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0265D"/>
    <a:srgbClr val="020000"/>
    <a:srgbClr val="F6F6F6"/>
    <a:srgbClr val="EBAFB5"/>
    <a:srgbClr val="F4D3D6"/>
    <a:srgbClr val="F9E8EA"/>
    <a:srgbClr val="30303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3" autoAdjust="0"/>
    <p:restoredTop sz="94660"/>
  </p:normalViewPr>
  <p:slideViewPr>
    <p:cSldViewPr snapToGrid="0" snapToObjects="1">
      <p:cViewPr varScale="1">
        <p:scale>
          <a:sx n="65" d="100"/>
          <a:sy n="65" d="100"/>
        </p:scale>
        <p:origin x="1304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 snapToGrid="0" snapToObjects="1">
      <p:cViewPr varScale="1">
        <p:scale>
          <a:sx n="75" d="100"/>
          <a:sy n="75" d="100"/>
        </p:scale>
        <p:origin x="2094" y="5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6.xml"/><Relationship Id="rId34" Type="http://schemas.openxmlformats.org/officeDocument/2006/relationships/tableStyles" Target="tableStyles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viewProps" Target="viewProps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presProps" Target="presProp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handoutMaster" Target="handoutMasters/handoutMaster1.xml"/><Relationship Id="rId8" Type="http://schemas.openxmlformats.org/officeDocument/2006/relationships/slide" Target="slides/slide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01A63A9-F13B-46F1-A93F-27AA737FD7E7}" type="datetimeFigureOut">
              <a:rPr lang="pt-BR" smtClean="0"/>
              <a:pPr/>
              <a:t>16/09/2024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2F50FE-E718-42E3-9D8A-946F780C799B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5713918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498697-E7EB-B84D-9726-13965ED94444}" type="datetimeFigureOut">
              <a:rPr lang="en-US" smtClean="0"/>
              <a:pPr/>
              <a:t>9/16/2024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DC6CD5E-26BD-9B45-BB2F-78648736C277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92882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C6CD5E-26BD-9B45-BB2F-78648736C277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942783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C6CD5E-26BD-9B45-BB2F-78648736C277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473949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C6CD5E-26BD-9B45-BB2F-78648736C277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161485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6639383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C6CD5E-26BD-9B45-BB2F-78648736C277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339419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C6CD5E-26BD-9B45-BB2F-78648736C277}" type="slidenum">
              <a:rPr lang="en-US" smtClean="0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720128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C6CD5E-26BD-9B45-BB2F-78648736C277}" type="slidenum">
              <a:rPr lang="en-US" smtClean="0"/>
              <a:pPr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47271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6.png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674039" y="3081534"/>
            <a:ext cx="5783223" cy="682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95817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x-none"/>
              <a:t>Click to edit Master subtitle style</a:t>
            </a:r>
            <a:endParaRPr lang="en-US"/>
          </a:p>
        </p:txBody>
      </p:sp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914400" y="749902"/>
            <a:ext cx="7392202" cy="471234"/>
          </a:xfrm>
        </p:spPr>
        <p:txBody>
          <a:bodyPr>
            <a:normAutofit/>
          </a:bodyPr>
          <a:lstStyle>
            <a:lvl1pPr algn="l">
              <a:defRPr sz="2800" b="1">
                <a:latin typeface="Gotham HTF" pitchFamily="2" charset="0"/>
              </a:defRPr>
            </a:lvl1pPr>
          </a:lstStyle>
          <a:p>
            <a:r>
              <a:rPr lang="x-none" dirty="0"/>
              <a:t>CLICK TO EDIT MASTER TITLE STYLE</a:t>
            </a:r>
            <a:endParaRPr lang="en-US" dirty="0"/>
          </a:p>
        </p:txBody>
      </p:sp>
      <p:sp>
        <p:nvSpPr>
          <p:cNvPr id="10" name="Rectangle 20"/>
          <p:cNvSpPr/>
          <p:nvPr userDrawn="1"/>
        </p:nvSpPr>
        <p:spPr>
          <a:xfrm>
            <a:off x="765379" y="843279"/>
            <a:ext cx="72000" cy="284481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78566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Espaço Reservado para Imagem 10"/>
          <p:cNvSpPr>
            <a:spLocks noGrp="1"/>
          </p:cNvSpPr>
          <p:nvPr>
            <p:ph type="pic" sz="quarter" idx="13"/>
          </p:nvPr>
        </p:nvSpPr>
        <p:spPr>
          <a:xfrm>
            <a:off x="914400" y="1600199"/>
            <a:ext cx="2875280" cy="4249172"/>
          </a:xfrm>
        </p:spPr>
        <p:txBody>
          <a:bodyPr/>
          <a:lstStyle/>
          <a:p>
            <a:endParaRPr lang="pt-B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58114" y="1600200"/>
            <a:ext cx="4207871" cy="2933299"/>
          </a:xfrm>
        </p:spPr>
        <p:txBody>
          <a:bodyPr>
            <a:normAutofit/>
          </a:bodyPr>
          <a:lstStyle>
            <a:lvl1pPr>
              <a:defRPr sz="1600">
                <a:latin typeface="Gotham-Book"/>
              </a:defRPr>
            </a:lvl1pPr>
            <a:lvl2pPr>
              <a:defRPr sz="1600">
                <a:latin typeface="Gotham-Book"/>
              </a:defRPr>
            </a:lvl2pPr>
            <a:lvl3pPr>
              <a:defRPr sz="1600">
                <a:latin typeface="Gotham-Book"/>
              </a:defRPr>
            </a:lvl3pPr>
            <a:lvl4pPr>
              <a:defRPr sz="1600">
                <a:latin typeface="Gotham-Book"/>
              </a:defRPr>
            </a:lvl4pPr>
            <a:lvl5pPr>
              <a:defRPr sz="1600">
                <a:latin typeface="Gotham-Book"/>
              </a:defRPr>
            </a:lvl5pPr>
          </a:lstStyle>
          <a:p>
            <a:pPr lvl="0"/>
            <a:r>
              <a:rPr lang="x-none" dirty="0"/>
              <a:t>Click to edit Master text styles</a:t>
            </a:r>
          </a:p>
          <a:p>
            <a:pPr lvl="1"/>
            <a:r>
              <a:rPr lang="x-none" dirty="0"/>
              <a:t>Second level</a:t>
            </a:r>
          </a:p>
          <a:p>
            <a:pPr lvl="2"/>
            <a:r>
              <a:rPr lang="x-none" dirty="0"/>
              <a:t>Third level</a:t>
            </a:r>
          </a:p>
          <a:p>
            <a:pPr lvl="3"/>
            <a:r>
              <a:rPr lang="x-none" dirty="0"/>
              <a:t>Fourth level</a:t>
            </a:r>
          </a:p>
          <a:p>
            <a:pPr lvl="4"/>
            <a:r>
              <a:rPr lang="x-none" dirty="0"/>
              <a:t>Fifth level</a:t>
            </a:r>
            <a:endParaRPr lang="en-US" dirty="0"/>
          </a:p>
        </p:txBody>
      </p:sp>
      <p:sp>
        <p:nvSpPr>
          <p:cNvPr id="7" name="Rectangle 20"/>
          <p:cNvSpPr/>
          <p:nvPr userDrawn="1"/>
        </p:nvSpPr>
        <p:spPr>
          <a:xfrm>
            <a:off x="765379" y="804779"/>
            <a:ext cx="72000" cy="284481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9"/>
          <p:cNvSpPr txBox="1"/>
          <p:nvPr userDrawn="1"/>
        </p:nvSpPr>
        <p:spPr>
          <a:xfrm>
            <a:off x="947124" y="748343"/>
            <a:ext cx="4870522" cy="487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2800" b="1" dirty="0">
                <a:solidFill>
                  <a:srgbClr val="303030"/>
                </a:solidFill>
                <a:latin typeface="Gotham HTF" pitchFamily="2" charset="0"/>
                <a:cs typeface="Gotham-Bold"/>
              </a:rPr>
              <a:t>SHORT </a:t>
            </a:r>
            <a:r>
              <a:rPr lang="en-US" sz="2800" b="1" dirty="0">
                <a:solidFill>
                  <a:srgbClr val="303030"/>
                </a:solidFill>
                <a:latin typeface="Gotham HTF" pitchFamily="2" charset="0"/>
                <a:cs typeface="Gotham-Book"/>
              </a:rPr>
              <a:t>BIO</a:t>
            </a:r>
          </a:p>
        </p:txBody>
      </p:sp>
      <p:sp>
        <p:nvSpPr>
          <p:cNvPr id="8" name="Rectangle 19"/>
          <p:cNvSpPr/>
          <p:nvPr userDrawn="1"/>
        </p:nvSpPr>
        <p:spPr>
          <a:xfrm>
            <a:off x="3789680" y="4672530"/>
            <a:ext cx="4576305" cy="1196091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aseline="-25000"/>
          </a:p>
        </p:txBody>
      </p:sp>
      <p:sp>
        <p:nvSpPr>
          <p:cNvPr id="10" name="Espaço Reservado para Texto 9"/>
          <p:cNvSpPr>
            <a:spLocks noGrp="1"/>
          </p:cNvSpPr>
          <p:nvPr userDrawn="1">
            <p:ph type="body" sz="quarter" idx="14" hasCustomPrompt="1"/>
          </p:nvPr>
        </p:nvSpPr>
        <p:spPr>
          <a:xfrm>
            <a:off x="4090988" y="4792663"/>
            <a:ext cx="3868737" cy="828675"/>
          </a:xfrm>
        </p:spPr>
        <p:txBody>
          <a:bodyPr/>
          <a:lstStyle>
            <a:lvl1pPr marL="0" indent="0">
              <a:buNone/>
              <a:defRPr sz="2000" baseline="0">
                <a:solidFill>
                  <a:schemeClr val="bg1"/>
                </a:solidFill>
                <a:latin typeface="Gotham-Bold"/>
              </a:defRPr>
            </a:lvl1pPr>
            <a:lvl2pPr>
              <a:defRPr sz="1800">
                <a:solidFill>
                  <a:schemeClr val="bg1"/>
                </a:solidFill>
                <a:latin typeface="Gotham-Bold"/>
              </a:defRPr>
            </a:lvl2pPr>
          </a:lstStyle>
          <a:p>
            <a:pPr lvl="0"/>
            <a:r>
              <a:rPr lang="pt-BR" dirty="0"/>
              <a:t>Prof. nome</a:t>
            </a:r>
          </a:p>
          <a:p>
            <a:pPr lvl="0"/>
            <a:r>
              <a:rPr lang="pt-BR" dirty="0" err="1"/>
              <a:t>Email</a:t>
            </a:r>
            <a:endParaRPr lang="pt-BR" dirty="0"/>
          </a:p>
        </p:txBody>
      </p:sp>
      <p:sp>
        <p:nvSpPr>
          <p:cNvPr id="13" name="Isosceles Triangle 2"/>
          <p:cNvSpPr/>
          <p:nvPr userDrawn="1"/>
        </p:nvSpPr>
        <p:spPr>
          <a:xfrm rot="16200000">
            <a:off x="3493922" y="4970503"/>
            <a:ext cx="358752" cy="241676"/>
          </a:xfrm>
          <a:prstGeom prst="triangle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aseline="-25000"/>
          </a:p>
        </p:txBody>
      </p:sp>
    </p:spTree>
    <p:extLst>
      <p:ext uri="{BB962C8B-B14F-4D97-AF65-F5344CB8AC3E}">
        <p14:creationId xmlns:p14="http://schemas.microsoft.com/office/powerpoint/2010/main" val="24585481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spaço Reservado para Texto 9"/>
          <p:cNvSpPr>
            <a:spLocks noGrp="1"/>
          </p:cNvSpPr>
          <p:nvPr>
            <p:ph type="body" sz="quarter" idx="13" hasCustomPrompt="1"/>
          </p:nvPr>
        </p:nvSpPr>
        <p:spPr>
          <a:xfrm>
            <a:off x="914400" y="1750228"/>
            <a:ext cx="7238198" cy="260350"/>
          </a:xfrm>
        </p:spPr>
        <p:txBody>
          <a:bodyPr>
            <a:noAutofit/>
          </a:bodyPr>
          <a:lstStyle>
            <a:lvl1pPr marL="0" indent="0">
              <a:buNone/>
              <a:defRPr sz="2000" b="1">
                <a:latin typeface="Gotham HTF" pitchFamily="2" charset="0"/>
              </a:defRPr>
            </a:lvl1pPr>
            <a:lvl2pPr>
              <a:defRPr sz="2000">
                <a:latin typeface="Gotham-Bold"/>
              </a:defRPr>
            </a:lvl2pPr>
            <a:lvl3pPr>
              <a:defRPr sz="2000">
                <a:latin typeface="Gotham-Bold"/>
              </a:defRPr>
            </a:lvl3pPr>
            <a:lvl4pPr>
              <a:defRPr sz="2000">
                <a:latin typeface="Gotham-Bold"/>
              </a:defRPr>
            </a:lvl4pPr>
            <a:lvl5pPr>
              <a:defRPr sz="2000">
                <a:latin typeface="Gotham-Bold"/>
              </a:defRPr>
            </a:lvl5pPr>
          </a:lstStyle>
          <a:p>
            <a:pPr lvl="0"/>
            <a:r>
              <a:rPr lang="pt-BR" dirty="0"/>
              <a:t>CLIQUE PARA EDITAR O TEXTO MESTRE</a:t>
            </a:r>
          </a:p>
        </p:txBody>
      </p:sp>
      <p:sp>
        <p:nvSpPr>
          <p:cNvPr id="12" name="Espaço Reservado para Texto 11"/>
          <p:cNvSpPr>
            <a:spLocks noGrp="1"/>
          </p:cNvSpPr>
          <p:nvPr>
            <p:ph type="body" sz="quarter" idx="14"/>
          </p:nvPr>
        </p:nvSpPr>
        <p:spPr>
          <a:xfrm>
            <a:off x="914400" y="2319338"/>
            <a:ext cx="7238198" cy="1607769"/>
          </a:xfrm>
        </p:spPr>
        <p:txBody>
          <a:bodyPr>
            <a:normAutofit/>
          </a:bodyPr>
          <a:lstStyle>
            <a:lvl1pPr marL="342900" indent="-342900">
              <a:buFont typeface="Wingdings" panose="05000000000000000000" pitchFamily="2" charset="2"/>
              <a:buChar char="§"/>
              <a:defRPr sz="1600">
                <a:latin typeface="Gotham-Book"/>
              </a:defRPr>
            </a:lvl1pPr>
            <a:lvl2pPr marL="742950" indent="-285750">
              <a:buFont typeface="Wingdings" panose="05000000000000000000" pitchFamily="2" charset="2"/>
              <a:buChar char="§"/>
              <a:defRPr sz="1600">
                <a:latin typeface="Gotham-Book"/>
              </a:defRPr>
            </a:lvl2pPr>
            <a:lvl3pPr marL="1143000" indent="-228600">
              <a:buFont typeface="Wingdings" panose="05000000000000000000" pitchFamily="2" charset="2"/>
              <a:buChar char="§"/>
              <a:defRPr sz="1600">
                <a:latin typeface="Gotham-Book"/>
              </a:defRPr>
            </a:lvl3pPr>
            <a:lvl4pPr marL="1600200" indent="-228600">
              <a:buFont typeface="Wingdings" panose="05000000000000000000" pitchFamily="2" charset="2"/>
              <a:buChar char="§"/>
              <a:defRPr sz="1600">
                <a:latin typeface="Gotham-Book"/>
              </a:defRPr>
            </a:lvl4pPr>
            <a:lvl5pPr marL="2057400" indent="-228600">
              <a:buFont typeface="Wingdings" panose="05000000000000000000" pitchFamily="2" charset="2"/>
              <a:buChar char="§"/>
              <a:defRPr sz="1600">
                <a:latin typeface="Gotham-Book"/>
              </a:defRPr>
            </a:lvl5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15" name="Espaço Reservado para Texto 9"/>
          <p:cNvSpPr>
            <a:spLocks noGrp="1"/>
          </p:cNvSpPr>
          <p:nvPr>
            <p:ph type="body" sz="quarter" idx="15" hasCustomPrompt="1"/>
          </p:nvPr>
        </p:nvSpPr>
        <p:spPr>
          <a:xfrm>
            <a:off x="914400" y="4215012"/>
            <a:ext cx="7238198" cy="260350"/>
          </a:xfrm>
        </p:spPr>
        <p:txBody>
          <a:bodyPr>
            <a:noAutofit/>
          </a:bodyPr>
          <a:lstStyle>
            <a:lvl1pPr marL="0" indent="0">
              <a:buNone/>
              <a:defRPr sz="2000" b="1">
                <a:latin typeface="Gotham HTF" pitchFamily="2" charset="0"/>
              </a:defRPr>
            </a:lvl1pPr>
            <a:lvl2pPr>
              <a:defRPr sz="2000">
                <a:latin typeface="Gotham-Bold"/>
              </a:defRPr>
            </a:lvl2pPr>
            <a:lvl3pPr>
              <a:defRPr sz="2000">
                <a:latin typeface="Gotham-Bold"/>
              </a:defRPr>
            </a:lvl3pPr>
            <a:lvl4pPr>
              <a:defRPr sz="2000">
                <a:latin typeface="Gotham-Bold"/>
              </a:defRPr>
            </a:lvl4pPr>
            <a:lvl5pPr>
              <a:defRPr sz="2000">
                <a:latin typeface="Gotham-Bold"/>
              </a:defRPr>
            </a:lvl5pPr>
          </a:lstStyle>
          <a:p>
            <a:pPr lvl="0"/>
            <a:r>
              <a:rPr lang="pt-BR" dirty="0"/>
              <a:t>CLIQUE PARA EDITAR O TEXTO MESTRE</a:t>
            </a:r>
          </a:p>
        </p:txBody>
      </p:sp>
      <p:sp>
        <p:nvSpPr>
          <p:cNvPr id="16" name="Espaço Reservado para Texto 11"/>
          <p:cNvSpPr>
            <a:spLocks noGrp="1"/>
          </p:cNvSpPr>
          <p:nvPr>
            <p:ph type="body" sz="quarter" idx="16"/>
          </p:nvPr>
        </p:nvSpPr>
        <p:spPr>
          <a:xfrm>
            <a:off x="914400" y="4784122"/>
            <a:ext cx="7238198" cy="1607769"/>
          </a:xfrm>
        </p:spPr>
        <p:txBody>
          <a:bodyPr>
            <a:normAutofit/>
          </a:bodyPr>
          <a:lstStyle>
            <a:lvl1pPr marL="342900" indent="-342900">
              <a:buFont typeface="Wingdings" panose="05000000000000000000" pitchFamily="2" charset="2"/>
              <a:buChar char="§"/>
              <a:defRPr sz="1600">
                <a:latin typeface="Gotham-Book"/>
              </a:defRPr>
            </a:lvl1pPr>
            <a:lvl2pPr marL="742950" indent="-285750">
              <a:buFont typeface="Wingdings" panose="05000000000000000000" pitchFamily="2" charset="2"/>
              <a:buChar char="§"/>
              <a:defRPr sz="1600">
                <a:latin typeface="Gotham-Book"/>
              </a:defRPr>
            </a:lvl2pPr>
            <a:lvl3pPr marL="1143000" indent="-228600">
              <a:buFont typeface="Wingdings" panose="05000000000000000000" pitchFamily="2" charset="2"/>
              <a:buChar char="§"/>
              <a:defRPr sz="1600">
                <a:latin typeface="Gotham-Book"/>
              </a:defRPr>
            </a:lvl3pPr>
            <a:lvl4pPr marL="1600200" indent="-228600">
              <a:buFont typeface="Wingdings" panose="05000000000000000000" pitchFamily="2" charset="2"/>
              <a:buChar char="§"/>
              <a:defRPr sz="1600">
                <a:latin typeface="Gotham-Book"/>
              </a:defRPr>
            </a:lvl4pPr>
            <a:lvl5pPr marL="2057400" indent="-228600">
              <a:buFont typeface="Wingdings" panose="05000000000000000000" pitchFamily="2" charset="2"/>
              <a:buChar char="§"/>
              <a:defRPr sz="1600">
                <a:latin typeface="Gotham-Book"/>
              </a:defRPr>
            </a:lvl5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9" name="TextBox 15"/>
          <p:cNvSpPr txBox="1"/>
          <p:nvPr userDrawn="1"/>
        </p:nvSpPr>
        <p:spPr>
          <a:xfrm>
            <a:off x="947124" y="745668"/>
            <a:ext cx="4870522" cy="487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2800" b="1" dirty="0">
                <a:solidFill>
                  <a:srgbClr val="303030"/>
                </a:solidFill>
                <a:latin typeface="Gotham HTF" pitchFamily="2" charset="0"/>
                <a:cs typeface="Gotham-Bold"/>
              </a:rPr>
              <a:t>ECFO</a:t>
            </a:r>
            <a:endParaRPr lang="en-US" sz="2800" b="1" dirty="0">
              <a:solidFill>
                <a:srgbClr val="303030"/>
              </a:solidFill>
              <a:latin typeface="Gotham HTF" pitchFamily="2" charset="0"/>
              <a:cs typeface="Gotham-Book"/>
            </a:endParaRPr>
          </a:p>
        </p:txBody>
      </p:sp>
      <p:sp>
        <p:nvSpPr>
          <p:cNvPr id="11" name="Rectangle 20"/>
          <p:cNvSpPr/>
          <p:nvPr userDrawn="1"/>
        </p:nvSpPr>
        <p:spPr>
          <a:xfrm>
            <a:off x="765379" y="804779"/>
            <a:ext cx="72000" cy="284481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38288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424539" y="2857500"/>
            <a:ext cx="6294922" cy="1143000"/>
          </a:xfrm>
        </p:spPr>
        <p:txBody>
          <a:bodyPr>
            <a:noAutofit/>
          </a:bodyPr>
          <a:lstStyle>
            <a:lvl1pPr>
              <a:defRPr sz="3600" b="1">
                <a:solidFill>
                  <a:schemeClr val="tx1"/>
                </a:solidFill>
                <a:latin typeface="Gotham HTF" pitchFamily="2" charset="0"/>
              </a:defRPr>
            </a:lvl1pPr>
          </a:lstStyle>
          <a:p>
            <a:r>
              <a:rPr lang="x-none" dirty="0"/>
              <a:t>CLICK TO EDIT MASTER TITLE STYLE</a:t>
            </a:r>
            <a:endParaRPr lang="en-US" dirty="0"/>
          </a:p>
        </p:txBody>
      </p:sp>
      <p:sp>
        <p:nvSpPr>
          <p:cNvPr id="9" name="Rectangle 5"/>
          <p:cNvSpPr/>
          <p:nvPr userDrawn="1"/>
        </p:nvSpPr>
        <p:spPr>
          <a:xfrm>
            <a:off x="0" y="0"/>
            <a:ext cx="9144000" cy="78757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82924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933654" y="749165"/>
            <a:ext cx="7315197" cy="397308"/>
          </a:xfrm>
        </p:spPr>
        <p:txBody>
          <a:bodyPr>
            <a:noAutofit/>
          </a:bodyPr>
          <a:lstStyle>
            <a:lvl1pPr algn="l">
              <a:defRPr sz="2800" b="1">
                <a:latin typeface="Gotham HTF" pitchFamily="2" charset="0"/>
              </a:defRPr>
            </a:lvl1pPr>
          </a:lstStyle>
          <a:p>
            <a:r>
              <a:rPr lang="x-none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765379" y="1316730"/>
            <a:ext cx="7483472" cy="639762"/>
          </a:xfrm>
        </p:spPr>
        <p:txBody>
          <a:bodyPr anchor="b">
            <a:normAutofit/>
          </a:bodyPr>
          <a:lstStyle>
            <a:lvl1pPr marL="0" indent="0">
              <a:buNone/>
              <a:defRPr sz="2000" b="1">
                <a:latin typeface="Gotham HTF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x-none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65379" y="2174875"/>
            <a:ext cx="7618230" cy="3951288"/>
          </a:xfrm>
        </p:spPr>
        <p:txBody>
          <a:bodyPr>
            <a:normAutofit/>
          </a:bodyPr>
          <a:lstStyle>
            <a:lvl1pPr marL="342900" indent="-342900">
              <a:buFont typeface="Wingdings" panose="05000000000000000000" pitchFamily="2" charset="2"/>
              <a:buChar char="§"/>
              <a:defRPr sz="1600">
                <a:latin typeface="Gotham-Book"/>
              </a:defRPr>
            </a:lvl1pPr>
            <a:lvl2pPr>
              <a:defRPr sz="1600">
                <a:latin typeface="Gotham-Book"/>
              </a:defRPr>
            </a:lvl2pPr>
            <a:lvl3pPr marL="1143000" indent="-228600">
              <a:buFont typeface="Wingdings" panose="05000000000000000000" pitchFamily="2" charset="2"/>
              <a:buChar char="§"/>
              <a:defRPr sz="1600">
                <a:latin typeface="Gotham-Book"/>
              </a:defRPr>
            </a:lvl3pPr>
            <a:lvl4pPr>
              <a:defRPr sz="1600">
                <a:latin typeface="Gotham-Book"/>
              </a:defRPr>
            </a:lvl4pPr>
            <a:lvl5pPr>
              <a:defRPr sz="1600">
                <a:latin typeface="Gotham-Book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x-none" dirty="0"/>
              <a:t>Click to edit Master text styles</a:t>
            </a:r>
          </a:p>
          <a:p>
            <a:pPr lvl="1"/>
            <a:r>
              <a:rPr lang="x-none" dirty="0"/>
              <a:t>Second level</a:t>
            </a:r>
          </a:p>
          <a:p>
            <a:pPr lvl="2"/>
            <a:r>
              <a:rPr lang="x-none" dirty="0"/>
              <a:t>Third level</a:t>
            </a:r>
          </a:p>
          <a:p>
            <a:pPr lvl="3"/>
            <a:r>
              <a:rPr lang="x-none" dirty="0"/>
              <a:t>Fourth level</a:t>
            </a:r>
          </a:p>
          <a:p>
            <a:pPr lvl="4"/>
            <a:r>
              <a:rPr lang="x-none" dirty="0"/>
              <a:t>Fifth level</a:t>
            </a:r>
            <a:endParaRPr lang="en-US" dirty="0"/>
          </a:p>
        </p:txBody>
      </p:sp>
      <p:sp>
        <p:nvSpPr>
          <p:cNvPr id="6" name="Rectangle 20"/>
          <p:cNvSpPr/>
          <p:nvPr userDrawn="1"/>
        </p:nvSpPr>
        <p:spPr>
          <a:xfrm>
            <a:off x="765379" y="804779"/>
            <a:ext cx="72000" cy="284481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18232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spaço Reservado para Texto 8"/>
          <p:cNvSpPr>
            <a:spLocks noGrp="1"/>
          </p:cNvSpPr>
          <p:nvPr>
            <p:ph type="body" sz="quarter" idx="13"/>
          </p:nvPr>
        </p:nvSpPr>
        <p:spPr>
          <a:xfrm>
            <a:off x="3868103" y="1421810"/>
            <a:ext cx="4380748" cy="4873112"/>
          </a:xfrm>
        </p:spPr>
        <p:txBody>
          <a:bodyPr>
            <a:normAutofit/>
          </a:bodyPr>
          <a:lstStyle>
            <a:lvl1pPr marL="342900" indent="-342900">
              <a:buFont typeface="Wingdings" panose="05000000000000000000" pitchFamily="2" charset="2"/>
              <a:buChar char="§"/>
              <a:defRPr sz="1600">
                <a:latin typeface="Gotham-Book"/>
              </a:defRPr>
            </a:lvl1pPr>
            <a:lvl2pPr marL="800100" indent="-342900">
              <a:buFont typeface="Wingdings" panose="05000000000000000000" pitchFamily="2" charset="2"/>
              <a:buChar char="§"/>
              <a:defRPr sz="1600">
                <a:latin typeface="Gotham-Book"/>
              </a:defRPr>
            </a:lvl2pPr>
            <a:lvl3pPr marL="1257300" indent="-342900">
              <a:buFont typeface="Wingdings" panose="05000000000000000000" pitchFamily="2" charset="2"/>
              <a:buChar char="§"/>
              <a:defRPr sz="1600">
                <a:latin typeface="Gotham-Book"/>
              </a:defRPr>
            </a:lvl3pPr>
            <a:lvl4pPr marL="1714500" indent="-342900">
              <a:buFont typeface="Wingdings" panose="05000000000000000000" pitchFamily="2" charset="2"/>
              <a:buChar char="§"/>
              <a:defRPr sz="1600">
                <a:latin typeface="Gotham-Book"/>
              </a:defRPr>
            </a:lvl4pPr>
            <a:lvl5pPr marL="2171700" indent="-342900">
              <a:buFont typeface="Wingdings" panose="05000000000000000000" pitchFamily="2" charset="2"/>
              <a:buChar char="§"/>
              <a:defRPr sz="1600">
                <a:latin typeface="Gotham-Book"/>
              </a:defRPr>
            </a:lvl5pPr>
          </a:lstStyle>
          <a:p>
            <a:pPr lvl="0"/>
            <a:r>
              <a:rPr lang="pt-BR" dirty="0"/>
              <a:t>Clique para editar o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  <p:pic>
        <p:nvPicPr>
          <p:cNvPr id="10" name="Picture 3" descr="caomputador.png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7734" y="1421810"/>
            <a:ext cx="3062891" cy="2733630"/>
          </a:xfrm>
          <a:prstGeom prst="rect">
            <a:avLst/>
          </a:prstGeom>
        </p:spPr>
      </p:pic>
      <p:pic>
        <p:nvPicPr>
          <p:cNvPr id="11" name="Picture 4" descr="chicara.png"/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276259">
            <a:off x="2055756" y="3444240"/>
            <a:ext cx="1559560" cy="1650015"/>
          </a:xfrm>
          <a:prstGeom prst="rect">
            <a:avLst/>
          </a:prstGeom>
        </p:spPr>
      </p:pic>
      <p:pic>
        <p:nvPicPr>
          <p:cNvPr id="12" name="Picture 6" descr="livros.png"/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87626">
            <a:off x="648591" y="4397170"/>
            <a:ext cx="2064240" cy="1700934"/>
          </a:xfrm>
          <a:prstGeom prst="rect">
            <a:avLst/>
          </a:prstGeom>
        </p:spPr>
      </p:pic>
      <p:sp>
        <p:nvSpPr>
          <p:cNvPr id="13" name="TextBox 12"/>
          <p:cNvSpPr txBox="1"/>
          <p:nvPr userDrawn="1"/>
        </p:nvSpPr>
        <p:spPr>
          <a:xfrm>
            <a:off x="947123" y="736043"/>
            <a:ext cx="6801557" cy="487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2800" b="1" dirty="0">
                <a:solidFill>
                  <a:srgbClr val="303030"/>
                </a:solidFill>
                <a:latin typeface="Gotham HTF" pitchFamily="2" charset="0"/>
                <a:cs typeface="Gotham-Bold"/>
              </a:rPr>
              <a:t>REFERÊNCIAS</a:t>
            </a:r>
            <a:endParaRPr lang="en-US" sz="2800" b="1" dirty="0">
              <a:solidFill>
                <a:srgbClr val="303030"/>
              </a:solidFill>
              <a:latin typeface="Gotham HTF" pitchFamily="2" charset="0"/>
              <a:cs typeface="Gotham-Book"/>
            </a:endParaRPr>
          </a:p>
        </p:txBody>
      </p:sp>
      <p:sp>
        <p:nvSpPr>
          <p:cNvPr id="8" name="Rectangle 20"/>
          <p:cNvSpPr/>
          <p:nvPr userDrawn="1"/>
        </p:nvSpPr>
        <p:spPr>
          <a:xfrm>
            <a:off x="765379" y="804779"/>
            <a:ext cx="72000" cy="284481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43957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914400" y="740277"/>
            <a:ext cx="7469188" cy="471234"/>
          </a:xfrm>
        </p:spPr>
        <p:txBody>
          <a:bodyPr>
            <a:normAutofit/>
          </a:bodyPr>
          <a:lstStyle>
            <a:lvl1pPr algn="l">
              <a:defRPr sz="2800" b="1">
                <a:latin typeface="Gotham HTF" pitchFamily="2" charset="0"/>
              </a:defRPr>
            </a:lvl1pPr>
          </a:lstStyle>
          <a:p>
            <a:r>
              <a:rPr lang="x-none" dirty="0"/>
              <a:t>CLICK TO EDIT MASTER TITLE STYLE</a:t>
            </a:r>
            <a:endParaRPr lang="en-US" dirty="0"/>
          </a:p>
        </p:txBody>
      </p:sp>
      <p:sp>
        <p:nvSpPr>
          <p:cNvPr id="8" name="Content Placeholder 3"/>
          <p:cNvSpPr>
            <a:spLocks noGrp="1"/>
          </p:cNvSpPr>
          <p:nvPr>
            <p:ph sz="half" idx="2"/>
          </p:nvPr>
        </p:nvSpPr>
        <p:spPr>
          <a:xfrm>
            <a:off x="914400" y="4677443"/>
            <a:ext cx="7469188" cy="1251719"/>
          </a:xfrm>
        </p:spPr>
        <p:txBody>
          <a:bodyPr>
            <a:normAutofit/>
          </a:bodyPr>
          <a:lstStyle>
            <a:lvl1pPr>
              <a:buFont typeface="Wingdings" panose="05000000000000000000" pitchFamily="2" charset="2"/>
              <a:buChar char="§"/>
              <a:defRPr sz="1200">
                <a:latin typeface="Gotham-Book"/>
              </a:defRPr>
            </a:lvl1pPr>
            <a:lvl2pPr>
              <a:buFont typeface="Wingdings" panose="05000000000000000000" pitchFamily="2" charset="2"/>
              <a:buChar char="§"/>
              <a:defRPr sz="1200">
                <a:latin typeface="Gotham-Book"/>
              </a:defRPr>
            </a:lvl2pPr>
            <a:lvl3pPr>
              <a:buFont typeface="Wingdings" panose="05000000000000000000" pitchFamily="2" charset="2"/>
              <a:buChar char="§"/>
              <a:defRPr sz="1200">
                <a:latin typeface="Gotham-Book"/>
              </a:defRPr>
            </a:lvl3pPr>
            <a:lvl4pPr>
              <a:buFont typeface="Wingdings" panose="05000000000000000000" pitchFamily="2" charset="2"/>
              <a:buChar char="§"/>
              <a:defRPr sz="1200">
                <a:latin typeface="Gotham-Book"/>
              </a:defRPr>
            </a:lvl4pPr>
            <a:lvl5pPr>
              <a:buFont typeface="Wingdings" panose="05000000000000000000" pitchFamily="2" charset="2"/>
              <a:buChar char="§"/>
              <a:defRPr sz="1200">
                <a:latin typeface="Gotham-Book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10" name="Espaço Reservado para Tabela 9"/>
          <p:cNvSpPr>
            <a:spLocks noGrp="1"/>
          </p:cNvSpPr>
          <p:nvPr>
            <p:ph type="tbl" sz="quarter" idx="13"/>
          </p:nvPr>
        </p:nvSpPr>
        <p:spPr>
          <a:xfrm>
            <a:off x="914400" y="1568450"/>
            <a:ext cx="7469188" cy="2589213"/>
          </a:xfrm>
        </p:spPr>
        <p:txBody>
          <a:bodyPr>
            <a:normAutofit/>
          </a:bodyPr>
          <a:lstStyle>
            <a:lvl1pPr>
              <a:defRPr sz="1200">
                <a:latin typeface="Gotham HTF Book" pitchFamily="2" charset="0"/>
              </a:defRPr>
            </a:lvl1pPr>
          </a:lstStyle>
          <a:p>
            <a:endParaRPr lang="pt-BR" dirty="0"/>
          </a:p>
        </p:txBody>
      </p:sp>
      <p:sp>
        <p:nvSpPr>
          <p:cNvPr id="7" name="Rectangle 20"/>
          <p:cNvSpPr/>
          <p:nvPr userDrawn="1"/>
        </p:nvSpPr>
        <p:spPr>
          <a:xfrm>
            <a:off x="765379" y="804779"/>
            <a:ext cx="72000" cy="284481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46296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 hasCustomPrompt="1"/>
          </p:nvPr>
        </p:nvSpPr>
        <p:spPr>
          <a:xfrm>
            <a:off x="914399" y="721027"/>
            <a:ext cx="7305575" cy="471234"/>
          </a:xfrm>
        </p:spPr>
        <p:txBody>
          <a:bodyPr>
            <a:normAutofit/>
          </a:bodyPr>
          <a:lstStyle>
            <a:lvl1pPr algn="l">
              <a:defRPr sz="2800" b="1">
                <a:latin typeface="Gotham HTF" pitchFamily="2" charset="0"/>
              </a:defRPr>
            </a:lvl1pPr>
          </a:lstStyle>
          <a:p>
            <a:r>
              <a:rPr lang="x-none" dirty="0"/>
              <a:t>CLICK TO EDIT MASTER TITLE STYLE</a:t>
            </a:r>
            <a:endParaRPr lang="en-US" dirty="0"/>
          </a:p>
        </p:txBody>
      </p:sp>
      <p:sp>
        <p:nvSpPr>
          <p:cNvPr id="4" name="Rectangle 20"/>
          <p:cNvSpPr/>
          <p:nvPr userDrawn="1"/>
        </p:nvSpPr>
        <p:spPr>
          <a:xfrm>
            <a:off x="765379" y="804779"/>
            <a:ext cx="72000" cy="284481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73397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0375243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383762797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>
  <p:cSld name="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onteúdo 1"/>
          <p:cNvSpPr>
            <a:spLocks noGrp="1"/>
          </p:cNvSpPr>
          <p:nvPr>
            <p:ph/>
          </p:nvPr>
        </p:nvSpPr>
        <p:spPr>
          <a:xfrm>
            <a:off x="628650" y="365125"/>
            <a:ext cx="7886700" cy="58118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404913834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spaço Reservado para Título 11"/>
          <p:cNvSpPr>
            <a:spLocks noGrp="1"/>
          </p:cNvSpPr>
          <p:nvPr>
            <p:ph type="title" hasCustomPrompt="1"/>
          </p:nvPr>
        </p:nvSpPr>
        <p:spPr>
          <a:xfrm>
            <a:off x="628650" y="2766219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Font typeface="+mj-lt"/>
              <a:buNone/>
              <a:defRPr>
                <a:latin typeface="Gotham HTF" pitchFamily="2" charset="0"/>
              </a:defRPr>
            </a:lvl1pPr>
          </a:lstStyle>
          <a:p>
            <a:r>
              <a:rPr lang="pt-BR" dirty="0"/>
              <a:t>CLIQUE PARA EDITAR O TÍTULO MESTRE</a:t>
            </a:r>
          </a:p>
        </p:txBody>
      </p:sp>
    </p:spTree>
    <p:extLst>
      <p:ext uri="{BB962C8B-B14F-4D97-AF65-F5344CB8AC3E}">
        <p14:creationId xmlns:p14="http://schemas.microsoft.com/office/powerpoint/2010/main" val="11152985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433774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emf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.xml"/><Relationship Id="rId13" Type="http://schemas.openxmlformats.org/officeDocument/2006/relationships/image" Target="../media/image3.emf"/><Relationship Id="rId3" Type="http://schemas.openxmlformats.org/officeDocument/2006/relationships/slideLayout" Target="../slideLayouts/slideLayout5.xml"/><Relationship Id="rId7" Type="http://schemas.openxmlformats.org/officeDocument/2006/relationships/slideLayout" Target="../slideLayouts/slideLayout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Relationship Id="rId6" Type="http://schemas.openxmlformats.org/officeDocument/2006/relationships/slideLayout" Target="../slideLayouts/slideLayout8.xml"/><Relationship Id="rId11" Type="http://schemas.openxmlformats.org/officeDocument/2006/relationships/slideLayout" Target="../slideLayouts/slideLayout13.xml"/><Relationship Id="rId5" Type="http://schemas.openxmlformats.org/officeDocument/2006/relationships/slideLayout" Target="../slideLayouts/slideLayout7.xml"/><Relationship Id="rId10" Type="http://schemas.openxmlformats.org/officeDocument/2006/relationships/slideLayout" Target="../slideLayouts/slideLayout12.xml"/><Relationship Id="rId4" Type="http://schemas.openxmlformats.org/officeDocument/2006/relationships/slideLayout" Target="../slideLayouts/slideLayout6.xml"/><Relationship Id="rId9" Type="http://schemas.openxmlformats.org/officeDocument/2006/relationships/slideLayout" Target="../slideLayouts/slideLayout11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14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674039" y="3081534"/>
            <a:ext cx="5783223" cy="682232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4"/>
          <p:cNvPicPr>
            <a:picLocks noChangeAspect="1"/>
          </p:cNvPicPr>
          <p:nvPr userDrawn="1"/>
        </p:nvPicPr>
        <p:blipFill rotWithShape="1">
          <a:blip r:embed="rId3"/>
          <a:srcRect l="21776" r="21704"/>
          <a:stretch/>
        </p:blipFill>
        <p:spPr>
          <a:xfrm>
            <a:off x="1" y="2615134"/>
            <a:ext cx="9155650" cy="2789855"/>
          </a:xfrm>
          <a:prstGeom prst="rect">
            <a:avLst/>
          </a:prstGeom>
        </p:spPr>
      </p:pic>
      <p:sp>
        <p:nvSpPr>
          <p:cNvPr id="13" name="Rectangle 3"/>
          <p:cNvSpPr/>
          <p:nvPr userDrawn="1"/>
        </p:nvSpPr>
        <p:spPr>
          <a:xfrm>
            <a:off x="8365985" y="6141017"/>
            <a:ext cx="789666" cy="410186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8" name="Rectangle 1"/>
          <p:cNvSpPr/>
          <p:nvPr userDrawn="1"/>
        </p:nvSpPr>
        <p:spPr>
          <a:xfrm>
            <a:off x="0" y="0"/>
            <a:ext cx="9144000" cy="78757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18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829017" y="329329"/>
            <a:ext cx="997107" cy="272893"/>
          </a:xfrm>
          <a:prstGeom prst="rect">
            <a:avLst/>
          </a:prstGeom>
        </p:spPr>
      </p:pic>
      <p:sp>
        <p:nvSpPr>
          <p:cNvPr id="11" name="Rectangle 22"/>
          <p:cNvSpPr/>
          <p:nvPr userDrawn="1"/>
        </p:nvSpPr>
        <p:spPr>
          <a:xfrm flipH="1">
            <a:off x="759004" y="3423920"/>
            <a:ext cx="45719" cy="1290320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5"/>
          <p:cNvSpPr txBox="1"/>
          <p:nvPr userDrawn="1"/>
        </p:nvSpPr>
        <p:spPr>
          <a:xfrm>
            <a:off x="1011882" y="3341906"/>
            <a:ext cx="7166918" cy="5437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3200" b="1" dirty="0">
                <a:solidFill>
                  <a:srgbClr val="FFFFFF"/>
                </a:solidFill>
                <a:latin typeface="Gotham HTF" pitchFamily="2" charset="0"/>
                <a:cs typeface="Gotham-Bold"/>
              </a:rPr>
              <a:t>ENGENHARIA</a:t>
            </a:r>
            <a:r>
              <a:rPr lang="en-US" sz="3200" b="1" baseline="0" dirty="0">
                <a:solidFill>
                  <a:srgbClr val="FFFFFF"/>
                </a:solidFill>
                <a:latin typeface="Gotham HTF" pitchFamily="2" charset="0"/>
                <a:cs typeface="Gotham-Bold"/>
              </a:rPr>
              <a:t> DE COMPUTAÇÃO</a:t>
            </a:r>
            <a:endParaRPr lang="en-US" sz="3200" b="1" dirty="0">
              <a:solidFill>
                <a:srgbClr val="FFFFFF"/>
              </a:solidFill>
              <a:latin typeface="Gotham HTF" pitchFamily="2" charset="0"/>
              <a:cs typeface="Gotham-Bold"/>
            </a:endParaRPr>
          </a:p>
        </p:txBody>
      </p:sp>
      <p:sp>
        <p:nvSpPr>
          <p:cNvPr id="17" name="Rectangle 28"/>
          <p:cNvSpPr>
            <a:spLocks noChangeArrowheads="1"/>
          </p:cNvSpPr>
          <p:nvPr userDrawn="1"/>
        </p:nvSpPr>
        <p:spPr bwMode="auto">
          <a:xfrm>
            <a:off x="8377119" y="6199266"/>
            <a:ext cx="439223" cy="2776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 algn="ctr">
              <a:defRPr/>
            </a:pPr>
            <a:fld id="{8F7506AB-1D79-4CD0-8D2E-1AD89BACC529}" type="slidenum">
              <a:rPr lang="en-US" sz="1200" b="1" i="0">
                <a:solidFill>
                  <a:schemeClr val="bg1"/>
                </a:solidFill>
                <a:latin typeface="Gotham-Bold"/>
              </a:rPr>
              <a:pPr algn="ctr">
                <a:defRPr/>
              </a:pPr>
              <a:t>‹nº›</a:t>
            </a:fld>
            <a:endParaRPr lang="en-US" sz="1200" b="1" i="0" dirty="0">
              <a:solidFill>
                <a:schemeClr val="bg1"/>
              </a:solidFill>
              <a:latin typeface="Gotham-Bold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spcBef>
          <a:spcPct val="20000"/>
        </a:spcBef>
        <a:buFont typeface="Arial" pitchFamily="34" charset="0"/>
        <a:buNone/>
        <a:defRPr sz="3200" kern="1200">
          <a:solidFill>
            <a:schemeClr val="bg1"/>
          </a:solidFill>
          <a:latin typeface="Gotham-Bold"/>
          <a:ea typeface="+mn-ea"/>
          <a:cs typeface="+mn-cs"/>
        </a:defRPr>
      </a:lvl1pPr>
      <a:lvl2pPr marL="457200" indent="0" algn="l" defTabSz="914400" rtl="0" eaLnBrk="1" latinLnBrk="0" hangingPunct="1">
        <a:spcBef>
          <a:spcPct val="20000"/>
        </a:spcBef>
        <a:buFont typeface="Arial" pitchFamily="34" charset="0"/>
        <a:buNone/>
        <a:defRPr sz="2200" kern="1200">
          <a:solidFill>
            <a:schemeClr val="bg1"/>
          </a:solidFill>
          <a:latin typeface="Gotham-Book"/>
          <a:ea typeface="+mn-ea"/>
          <a:cs typeface="+mn-cs"/>
        </a:defRPr>
      </a:lvl2pPr>
      <a:lvl3pPr marL="914400" indent="0" algn="l" defTabSz="914400" rtl="0" eaLnBrk="1" latinLnBrk="0" hangingPunct="1">
        <a:spcBef>
          <a:spcPct val="20000"/>
        </a:spcBef>
        <a:buFont typeface="Arial" pitchFamily="34" charset="0"/>
        <a:buNone/>
        <a:defRPr sz="2200" kern="1200">
          <a:solidFill>
            <a:schemeClr val="bg1"/>
          </a:solidFill>
          <a:latin typeface="Gotham-Book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200" kern="1200">
          <a:solidFill>
            <a:schemeClr val="bg1"/>
          </a:solidFill>
          <a:latin typeface="Gotham-Book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200" kern="1200">
          <a:solidFill>
            <a:schemeClr val="bg1"/>
          </a:solidFill>
          <a:latin typeface="Gotham-Book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33652" y="697656"/>
            <a:ext cx="7443468" cy="58522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x-none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33651" y="1600200"/>
            <a:ext cx="7443468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x-none" dirty="0"/>
              <a:t>Click to edit Master text styles</a:t>
            </a:r>
          </a:p>
          <a:p>
            <a:pPr lvl="1"/>
            <a:r>
              <a:rPr lang="x-none" dirty="0"/>
              <a:t>Second level</a:t>
            </a:r>
          </a:p>
          <a:p>
            <a:pPr lvl="2"/>
            <a:r>
              <a:rPr lang="x-none" dirty="0"/>
              <a:t>Third level</a:t>
            </a:r>
          </a:p>
          <a:p>
            <a:pPr lvl="3"/>
            <a:r>
              <a:rPr lang="x-none" dirty="0"/>
              <a:t>Fourth level</a:t>
            </a:r>
          </a:p>
          <a:p>
            <a:pPr lvl="4"/>
            <a:r>
              <a:rPr lang="x-none" dirty="0"/>
              <a:t>Fifth level</a:t>
            </a:r>
            <a:endParaRPr lang="en-US" dirty="0"/>
          </a:p>
        </p:txBody>
      </p:sp>
      <p:sp>
        <p:nvSpPr>
          <p:cNvPr id="15" name="Rectangle 14"/>
          <p:cNvSpPr/>
          <p:nvPr userDrawn="1"/>
        </p:nvSpPr>
        <p:spPr>
          <a:xfrm>
            <a:off x="0" y="0"/>
            <a:ext cx="9144000" cy="78757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6" name="Picture 17"/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7829017" y="329329"/>
            <a:ext cx="997107" cy="272893"/>
          </a:xfrm>
          <a:prstGeom prst="rect">
            <a:avLst/>
          </a:prstGeom>
        </p:spPr>
      </p:pic>
      <p:sp>
        <p:nvSpPr>
          <p:cNvPr id="19" name="Rectangle 11"/>
          <p:cNvSpPr/>
          <p:nvPr userDrawn="1"/>
        </p:nvSpPr>
        <p:spPr>
          <a:xfrm>
            <a:off x="8365985" y="6141017"/>
            <a:ext cx="789666" cy="410186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28"/>
          <p:cNvSpPr>
            <a:spLocks noChangeArrowheads="1"/>
          </p:cNvSpPr>
          <p:nvPr userDrawn="1"/>
        </p:nvSpPr>
        <p:spPr bwMode="auto">
          <a:xfrm>
            <a:off x="8377119" y="6199266"/>
            <a:ext cx="439223" cy="2776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 algn="ctr">
              <a:defRPr/>
            </a:pPr>
            <a:fld id="{8F7506AB-1D79-4CD0-8D2E-1AD89BACC529}" type="slidenum">
              <a:rPr lang="en-US" sz="1200" b="1" i="0">
                <a:solidFill>
                  <a:schemeClr val="bg1"/>
                </a:solidFill>
                <a:latin typeface="Gotham-Bold"/>
              </a:rPr>
              <a:pPr algn="ctr">
                <a:defRPr/>
              </a:pPr>
              <a:t>‹nº›</a:t>
            </a:fld>
            <a:endParaRPr lang="en-US" sz="1200" b="1" i="0" dirty="0">
              <a:solidFill>
                <a:schemeClr val="bg1"/>
              </a:solidFill>
              <a:latin typeface="Gotham-Bold"/>
            </a:endParaRPr>
          </a:p>
        </p:txBody>
      </p:sp>
      <p:sp>
        <p:nvSpPr>
          <p:cNvPr id="11" name="Rectangle 20"/>
          <p:cNvSpPr/>
          <p:nvPr userDrawn="1"/>
        </p:nvSpPr>
        <p:spPr>
          <a:xfrm>
            <a:off x="765379" y="843279"/>
            <a:ext cx="72000" cy="284481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10622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0" r:id="rId1"/>
    <p:sldLayoutId id="2147483741" r:id="rId2"/>
    <p:sldLayoutId id="2147483742" r:id="rId3"/>
    <p:sldLayoutId id="2147483743" r:id="rId4"/>
    <p:sldLayoutId id="2147483744" r:id="rId5"/>
    <p:sldLayoutId id="2147483745" r:id="rId6"/>
    <p:sldLayoutId id="2147483746" r:id="rId7"/>
    <p:sldLayoutId id="2147483747" r:id="rId8"/>
    <p:sldLayoutId id="2147483748" r:id="rId9"/>
    <p:sldLayoutId id="2147483753" r:id="rId10"/>
    <p:sldLayoutId id="2147483754" r:id="rId11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2800" b="1" kern="1200">
          <a:solidFill>
            <a:schemeClr val="tx1"/>
          </a:solidFill>
          <a:latin typeface="Gotham HTF" pitchFamily="2" charset="0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Wingdings" panose="05000000000000000000" pitchFamily="2" charset="2"/>
        <a:buChar char="§"/>
        <a:defRPr sz="2800" kern="1200">
          <a:solidFill>
            <a:schemeClr val="tx1"/>
          </a:solidFill>
          <a:latin typeface="Gotham HTF Book" pitchFamily="2" charset="0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400" kern="1200">
          <a:solidFill>
            <a:schemeClr val="tx1"/>
          </a:solidFill>
          <a:latin typeface="Gotham HTF Book" pitchFamily="2" charset="0"/>
          <a:ea typeface="+mn-ea"/>
          <a:cs typeface="+mn-cs"/>
        </a:defRPr>
      </a:lvl2pPr>
      <a:lvl3pPr marL="1257300" indent="-342900" algn="l" defTabSz="457200" rtl="0" eaLnBrk="1" latinLnBrk="0" hangingPunct="1">
        <a:spcBef>
          <a:spcPct val="20000"/>
        </a:spcBef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Gotham HTF Book" pitchFamily="2" charset="0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800" kern="1200">
          <a:solidFill>
            <a:schemeClr val="tx1"/>
          </a:solidFill>
          <a:latin typeface="Gotham HTF Book" pitchFamily="2" charset="0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800" kern="1200">
          <a:solidFill>
            <a:schemeClr val="tx1"/>
          </a:solidFill>
          <a:latin typeface="Gotham HTF Book" pitchFamily="2" charset="0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15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837508" y="333716"/>
            <a:ext cx="975616" cy="267011"/>
          </a:xfrm>
          <a:prstGeom prst="rect">
            <a:avLst/>
          </a:prstGeom>
        </p:spPr>
      </p:pic>
      <p:sp>
        <p:nvSpPr>
          <p:cNvPr id="9" name="Rectangle 5"/>
          <p:cNvSpPr/>
          <p:nvPr userDrawn="1"/>
        </p:nvSpPr>
        <p:spPr>
          <a:xfrm>
            <a:off x="0" y="0"/>
            <a:ext cx="9144000" cy="78757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11"/>
          <p:cNvSpPr/>
          <p:nvPr userDrawn="1"/>
        </p:nvSpPr>
        <p:spPr>
          <a:xfrm>
            <a:off x="8365985" y="6141017"/>
            <a:ext cx="789666" cy="410186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28"/>
          <p:cNvSpPr>
            <a:spLocks noChangeArrowheads="1"/>
          </p:cNvSpPr>
          <p:nvPr userDrawn="1"/>
        </p:nvSpPr>
        <p:spPr bwMode="auto">
          <a:xfrm>
            <a:off x="8377119" y="6199266"/>
            <a:ext cx="439223" cy="2776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 algn="ctr">
              <a:defRPr/>
            </a:pPr>
            <a:fld id="{8F7506AB-1D79-4CD0-8D2E-1AD89BACC529}" type="slidenum">
              <a:rPr lang="en-US" sz="1200" b="1" i="0">
                <a:solidFill>
                  <a:schemeClr val="bg1"/>
                </a:solidFill>
                <a:latin typeface="Gotham-Bold"/>
              </a:rPr>
              <a:pPr algn="ctr">
                <a:defRPr/>
              </a:pPr>
              <a:t>‹nº›</a:t>
            </a:fld>
            <a:endParaRPr lang="en-US" sz="1200" b="1" i="0" dirty="0">
              <a:solidFill>
                <a:schemeClr val="bg1"/>
              </a:solidFill>
              <a:latin typeface="Gotham-Bold"/>
            </a:endParaRPr>
          </a:p>
        </p:txBody>
      </p:sp>
      <p:sp>
        <p:nvSpPr>
          <p:cNvPr id="12" name="Espaço Reservado para Título 11"/>
          <p:cNvSpPr>
            <a:spLocks noGrp="1"/>
          </p:cNvSpPr>
          <p:nvPr>
            <p:ph type="title"/>
          </p:nvPr>
        </p:nvSpPr>
        <p:spPr>
          <a:xfrm>
            <a:off x="628650" y="2766219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</p:spTree>
    <p:extLst>
      <p:ext uri="{BB962C8B-B14F-4D97-AF65-F5344CB8AC3E}">
        <p14:creationId xmlns:p14="http://schemas.microsoft.com/office/powerpoint/2010/main" val="5403310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2" r:id="rId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bg1"/>
          </a:solidFill>
          <a:latin typeface="Gotham HTF" pitchFamily="2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265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2"/>
          <p:cNvSpPr/>
          <p:nvPr userDrawn="1"/>
        </p:nvSpPr>
        <p:spPr>
          <a:xfrm>
            <a:off x="0" y="2580640"/>
            <a:ext cx="9144000" cy="282448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4"/>
          <p:cNvSpPr/>
          <p:nvPr userDrawn="1"/>
        </p:nvSpPr>
        <p:spPr>
          <a:xfrm>
            <a:off x="747966" y="3342641"/>
            <a:ext cx="72000" cy="1239520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5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837508" y="333716"/>
            <a:ext cx="975616" cy="267011"/>
          </a:xfrm>
          <a:prstGeom prst="rect">
            <a:avLst/>
          </a:prstGeom>
        </p:spPr>
      </p:pic>
      <p:sp>
        <p:nvSpPr>
          <p:cNvPr id="12" name="Rectangle 1026"/>
          <p:cNvSpPr>
            <a:spLocks noChangeArrowheads="1"/>
          </p:cNvSpPr>
          <p:nvPr userDrawn="1"/>
        </p:nvSpPr>
        <p:spPr bwMode="auto">
          <a:xfrm>
            <a:off x="1053371" y="3222882"/>
            <a:ext cx="6954555" cy="14595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2075" tIns="46038" rIns="92075" bIns="46038">
            <a:spAutoFit/>
          </a:bodyPr>
          <a:lstStyle/>
          <a:p>
            <a:pPr>
              <a:defRPr/>
            </a:pPr>
            <a:r>
              <a:rPr kumimoji="1" lang="en-US" sz="2000" b="1" dirty="0">
                <a:solidFill>
                  <a:schemeClr val="bg1"/>
                </a:solidFill>
                <a:latin typeface="Gotham HTF" pitchFamily="2" charset="0"/>
                <a:cs typeface="Gotham-Bold"/>
              </a:rPr>
              <a:t>Copyright © 2024  Prof. Dr. Nivaldo Zafalon Junior</a:t>
            </a:r>
          </a:p>
          <a:p>
            <a:pPr>
              <a:defRPr/>
            </a:pPr>
            <a:endParaRPr kumimoji="1" lang="en-US" sz="1600" dirty="0">
              <a:solidFill>
                <a:schemeClr val="bg1"/>
              </a:solidFill>
              <a:latin typeface="Gotham-Book"/>
              <a:cs typeface="Gotham-Book"/>
            </a:endParaRPr>
          </a:p>
          <a:p>
            <a:pPr>
              <a:lnSpc>
                <a:spcPct val="110000"/>
              </a:lnSpc>
              <a:defRPr/>
            </a:pPr>
            <a:r>
              <a:rPr kumimoji="1" lang="en-US" sz="1600" dirty="0" err="1">
                <a:solidFill>
                  <a:schemeClr val="bg1"/>
                </a:solidFill>
                <a:latin typeface="Gotham-Book"/>
                <a:cs typeface="Gotham-Book"/>
              </a:rPr>
              <a:t>Todos</a:t>
            </a:r>
            <a:r>
              <a:rPr kumimoji="1" lang="en-US" sz="1600" dirty="0">
                <a:solidFill>
                  <a:schemeClr val="bg1"/>
                </a:solidFill>
                <a:latin typeface="Gotham-Book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-Book"/>
                <a:cs typeface="Gotham-Book"/>
              </a:rPr>
              <a:t>direitos</a:t>
            </a:r>
            <a:r>
              <a:rPr kumimoji="1" lang="en-US" sz="1600" dirty="0">
                <a:solidFill>
                  <a:schemeClr val="bg1"/>
                </a:solidFill>
                <a:latin typeface="Gotham-Book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-Book"/>
                <a:cs typeface="Gotham-Book"/>
              </a:rPr>
              <a:t>reservados</a:t>
            </a:r>
            <a:r>
              <a:rPr kumimoji="1" lang="en-US" sz="1600" dirty="0">
                <a:solidFill>
                  <a:schemeClr val="bg1"/>
                </a:solidFill>
                <a:latin typeface="Gotham-Book"/>
                <a:cs typeface="Gotham-Book"/>
              </a:rPr>
              <a:t>. </a:t>
            </a:r>
            <a:r>
              <a:rPr kumimoji="1" lang="en-US" sz="1600" dirty="0" err="1">
                <a:solidFill>
                  <a:schemeClr val="bg1"/>
                </a:solidFill>
                <a:latin typeface="Gotham-Book"/>
                <a:cs typeface="Gotham-Book"/>
              </a:rPr>
              <a:t>Reprodução</a:t>
            </a:r>
            <a:r>
              <a:rPr kumimoji="1" lang="en-US" sz="1600" dirty="0">
                <a:solidFill>
                  <a:schemeClr val="bg1"/>
                </a:solidFill>
                <a:latin typeface="Gotham-Book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-Book"/>
                <a:cs typeface="Gotham-Book"/>
              </a:rPr>
              <a:t>ou</a:t>
            </a:r>
            <a:r>
              <a:rPr kumimoji="1" lang="en-US" sz="1600" dirty="0">
                <a:solidFill>
                  <a:schemeClr val="bg1"/>
                </a:solidFill>
                <a:latin typeface="Gotham-Book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-Book"/>
                <a:cs typeface="Gotham-Book"/>
              </a:rPr>
              <a:t>divulgação</a:t>
            </a:r>
            <a:r>
              <a:rPr kumimoji="1" lang="en-US" sz="1600" dirty="0">
                <a:solidFill>
                  <a:schemeClr val="bg1"/>
                </a:solidFill>
                <a:latin typeface="Gotham-Book"/>
                <a:cs typeface="Gotham-Book"/>
              </a:rPr>
              <a:t> total </a:t>
            </a:r>
            <a:r>
              <a:rPr kumimoji="1" lang="en-US" sz="1600" dirty="0" err="1">
                <a:solidFill>
                  <a:schemeClr val="bg1"/>
                </a:solidFill>
                <a:latin typeface="Gotham-Book"/>
                <a:cs typeface="Gotham-Book"/>
              </a:rPr>
              <a:t>ou</a:t>
            </a:r>
            <a:r>
              <a:rPr kumimoji="1" lang="en-US" sz="1600" dirty="0">
                <a:solidFill>
                  <a:schemeClr val="bg1"/>
                </a:solidFill>
                <a:latin typeface="Gotham-Book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-Book"/>
                <a:cs typeface="Gotham-Book"/>
              </a:rPr>
              <a:t>parcial</a:t>
            </a:r>
            <a:r>
              <a:rPr kumimoji="1" lang="en-US" sz="1600" dirty="0">
                <a:solidFill>
                  <a:schemeClr val="bg1"/>
                </a:solidFill>
                <a:latin typeface="Gotham-Book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-Book"/>
                <a:cs typeface="Gotham-Book"/>
              </a:rPr>
              <a:t>deste</a:t>
            </a:r>
            <a:r>
              <a:rPr kumimoji="1" lang="en-US" sz="1600" dirty="0">
                <a:solidFill>
                  <a:schemeClr val="bg1"/>
                </a:solidFill>
                <a:latin typeface="Gotham-Book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-Book"/>
                <a:cs typeface="Gotham-Book"/>
              </a:rPr>
              <a:t>documento</a:t>
            </a:r>
            <a:r>
              <a:rPr kumimoji="1" lang="en-US" sz="1600" dirty="0">
                <a:solidFill>
                  <a:schemeClr val="bg1"/>
                </a:solidFill>
                <a:latin typeface="Gotham-Book"/>
                <a:cs typeface="Gotham-Book"/>
              </a:rPr>
              <a:t> é </a:t>
            </a:r>
            <a:r>
              <a:rPr kumimoji="1" lang="en-US" sz="1600" dirty="0" err="1">
                <a:solidFill>
                  <a:schemeClr val="bg1"/>
                </a:solidFill>
                <a:latin typeface="Gotham-Book"/>
                <a:cs typeface="Gotham-Book"/>
              </a:rPr>
              <a:t>expressamente</a:t>
            </a:r>
            <a:r>
              <a:rPr kumimoji="1" lang="en-US" sz="1600" dirty="0">
                <a:solidFill>
                  <a:schemeClr val="bg1"/>
                </a:solidFill>
                <a:latin typeface="Gotham-Book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-Book"/>
                <a:cs typeface="Gotham-Book"/>
              </a:rPr>
              <a:t>proíbido</a:t>
            </a:r>
            <a:r>
              <a:rPr kumimoji="1" lang="en-US" sz="1600" dirty="0">
                <a:solidFill>
                  <a:schemeClr val="bg1"/>
                </a:solidFill>
                <a:latin typeface="Gotham-Book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-Book"/>
                <a:cs typeface="Gotham-Book"/>
              </a:rPr>
              <a:t>sem</a:t>
            </a:r>
            <a:r>
              <a:rPr kumimoji="1" lang="en-US" sz="1600" dirty="0">
                <a:solidFill>
                  <a:schemeClr val="bg1"/>
                </a:solidFill>
                <a:latin typeface="Gotham-Book"/>
                <a:cs typeface="Gotham-Book"/>
              </a:rPr>
              <a:t> o </a:t>
            </a:r>
            <a:r>
              <a:rPr kumimoji="1" lang="pt-BR" sz="1600" dirty="0">
                <a:solidFill>
                  <a:schemeClr val="bg1"/>
                </a:solidFill>
                <a:latin typeface="Gotham-Book"/>
                <a:cs typeface="Gotham-Book"/>
              </a:rPr>
              <a:t>consentimento formal, por escrito,</a:t>
            </a:r>
            <a:r>
              <a:rPr kumimoji="1" lang="en-US" sz="1600" dirty="0">
                <a:solidFill>
                  <a:schemeClr val="bg1"/>
                </a:solidFill>
                <a:latin typeface="Gotham-Book"/>
                <a:cs typeface="Gotham-Book"/>
              </a:rPr>
              <a:t> do Professor (</a:t>
            </a:r>
            <a:r>
              <a:rPr kumimoji="1" lang="en-US" sz="1600" dirty="0" err="1">
                <a:solidFill>
                  <a:schemeClr val="bg1"/>
                </a:solidFill>
                <a:latin typeface="Gotham-Book"/>
                <a:cs typeface="Gotham-Book"/>
              </a:rPr>
              <a:t>autor</a:t>
            </a:r>
            <a:r>
              <a:rPr kumimoji="1" lang="en-US" sz="1600" dirty="0">
                <a:solidFill>
                  <a:schemeClr val="bg1"/>
                </a:solidFill>
                <a:latin typeface="Gotham-Book"/>
                <a:cs typeface="Gotham-Book"/>
              </a:rPr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3844783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0" r:id="rId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1.wm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Relationship Id="rId6" Type="http://schemas.openxmlformats.org/officeDocument/2006/relationships/oleObject" Target="../embeddings/oleObject2.bin"/><Relationship Id="rId5" Type="http://schemas.openxmlformats.org/officeDocument/2006/relationships/image" Target="../media/image10.wmf"/><Relationship Id="rId4" Type="http://schemas.openxmlformats.org/officeDocument/2006/relationships/oleObject" Target="../embeddings/oleObject1.bin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wmf"/><Relationship Id="rId2" Type="http://schemas.openxmlformats.org/officeDocument/2006/relationships/oleObject" Target="../embeddings/oleObject3.bin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wmf"/><Relationship Id="rId2" Type="http://schemas.openxmlformats.org/officeDocument/2006/relationships/oleObject" Target="../embeddings/oleObject4.bin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6.png"/><Relationship Id="rId4" Type="http://schemas.openxmlformats.org/officeDocument/2006/relationships/image" Target="../media/image15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4.wmf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4.wmf"/><Relationship Id="rId4" Type="http://schemas.openxmlformats.org/officeDocument/2006/relationships/oleObject" Target="../embeddings/oleObject6.bin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4.wmf"/><Relationship Id="rId4" Type="http://schemas.openxmlformats.org/officeDocument/2006/relationships/oleObject" Target="../embeddings/oleObject7.bin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951982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:mv="urn:schemas-microsoft-com:mac:vml" xmlns="">
      <mp:transition xmlns:mp="http://schemas.microsoft.com/office/mac/powerpoint/2008/main"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21"/>
          <p:cNvSpPr txBox="1"/>
          <p:nvPr/>
        </p:nvSpPr>
        <p:spPr>
          <a:xfrm>
            <a:off x="1042704" y="4485205"/>
            <a:ext cx="4989796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dirty="0">
                <a:solidFill>
                  <a:srgbClr val="FFFFFF"/>
                </a:solidFill>
                <a:latin typeface="Gotham-Bold"/>
                <a:cs typeface="Gotham-Bold"/>
              </a:rPr>
              <a:t>PROF. Dr. NIVALDO ZAFALON JUNIOR</a:t>
            </a:r>
          </a:p>
        </p:txBody>
      </p:sp>
      <p:sp>
        <p:nvSpPr>
          <p:cNvPr id="6" name="TextBox 20">
            <a:extLst>
              <a:ext uri="{FF2B5EF4-FFF2-40B4-BE49-F238E27FC236}">
                <a16:creationId xmlns:a16="http://schemas.microsoft.com/office/drawing/2014/main" id="{59DE286C-8C28-41D2-AE6E-1E1D6EA53C8C}"/>
              </a:ext>
            </a:extLst>
          </p:cNvPr>
          <p:cNvSpPr txBox="1"/>
          <p:nvPr/>
        </p:nvSpPr>
        <p:spPr>
          <a:xfrm>
            <a:off x="1042704" y="3898936"/>
            <a:ext cx="3183688" cy="4026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2200" dirty="0">
                <a:solidFill>
                  <a:srgbClr val="FFFFFF"/>
                </a:solidFill>
                <a:latin typeface="Gotham-Book"/>
                <a:cs typeface="Gotham-Book"/>
              </a:rPr>
              <a:t>ECFO</a:t>
            </a:r>
          </a:p>
        </p:txBody>
      </p:sp>
    </p:spTree>
    <p:extLst>
      <p:ext uri="{BB962C8B-B14F-4D97-AF65-F5344CB8AC3E}">
        <p14:creationId xmlns:p14="http://schemas.microsoft.com/office/powerpoint/2010/main" val="14181448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ço Reservado para Conteúdo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pt-BR" dirty="0"/>
              <a:t>	Graduação em Tecnologia em Saúde (FATEC-SO), em Física (IFGW), mestrado e doutorado em Engenharia Elétrica (FEEC - UNICAMP). Atualmente é professor da FIAP. Atuação em Biofísica, propagação elétrica em membranas celulares, estimulação elétrica, desenvolvimento de projetos baseados em microcontroladores e eletrônica para sistemas embarcados.</a:t>
            </a:r>
          </a:p>
        </p:txBody>
      </p:sp>
      <p:sp>
        <p:nvSpPr>
          <p:cNvPr id="19" name="TextBox 10"/>
          <p:cNvSpPr txBox="1"/>
          <p:nvPr/>
        </p:nvSpPr>
        <p:spPr>
          <a:xfrm>
            <a:off x="4163412" y="4867582"/>
            <a:ext cx="40974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2000" dirty="0">
                <a:solidFill>
                  <a:srgbClr val="FFFFFF"/>
                </a:solidFill>
                <a:latin typeface="Gotham-Bold"/>
                <a:cs typeface="Gotham-Bold"/>
              </a:rPr>
              <a:t>PROF. Dr. NIVALDO ZAFALON Jr.</a:t>
            </a:r>
          </a:p>
        </p:txBody>
      </p:sp>
      <p:sp>
        <p:nvSpPr>
          <p:cNvPr id="22" name="TextBox 15"/>
          <p:cNvSpPr txBox="1"/>
          <p:nvPr/>
        </p:nvSpPr>
        <p:spPr>
          <a:xfrm>
            <a:off x="4177606" y="5262363"/>
            <a:ext cx="2380780" cy="3416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dirty="0">
                <a:solidFill>
                  <a:srgbClr val="FFFFFF"/>
                </a:solidFill>
                <a:latin typeface="Gotham-Bold"/>
                <a:cs typeface="Gotham-Bold"/>
              </a:rPr>
              <a:t>nivaldex@gmail.com</a:t>
            </a:r>
          </a:p>
        </p:txBody>
      </p:sp>
      <p:pic>
        <p:nvPicPr>
          <p:cNvPr id="6" name="Espaço Reservado para Imagem 5"/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717" t="4139" r="13421" b="4139"/>
          <a:stretch/>
        </p:blipFill>
        <p:spPr>
          <a:xfrm>
            <a:off x="355600" y="685800"/>
            <a:ext cx="3403600" cy="5164138"/>
          </a:xfrm>
        </p:spPr>
      </p:pic>
      <p:sp>
        <p:nvSpPr>
          <p:cNvPr id="10" name="Isosceles Triangle 2"/>
          <p:cNvSpPr/>
          <p:nvPr/>
        </p:nvSpPr>
        <p:spPr>
          <a:xfrm rot="16200000">
            <a:off x="3493922" y="4970503"/>
            <a:ext cx="358752" cy="241676"/>
          </a:xfrm>
          <a:prstGeom prst="triangle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aseline="-25000"/>
          </a:p>
        </p:txBody>
      </p:sp>
    </p:spTree>
    <p:extLst>
      <p:ext uri="{BB962C8B-B14F-4D97-AF65-F5344CB8AC3E}">
        <p14:creationId xmlns:p14="http://schemas.microsoft.com/office/powerpoint/2010/main" val="18277647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:mv="urn:schemas-microsoft-com:mac:vml" xmlns="">
      <mp:transition xmlns:mp="http://schemas.microsoft.com/office/mac/powerpoint/2008/main" spd="slow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Espaço Reservado para Texto 27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pPr marL="0" indent="0">
              <a:buNone/>
            </a:pPr>
            <a:r>
              <a:rPr lang="pt-BR" altLang="pt-BR" sz="2400" dirty="0">
                <a:solidFill>
                  <a:srgbClr val="FF0000"/>
                </a:solidFill>
              </a:rPr>
              <a:t>Força – Parte III.</a:t>
            </a:r>
          </a:p>
        </p:txBody>
      </p:sp>
    </p:spTree>
    <p:extLst>
      <p:ext uri="{BB962C8B-B14F-4D97-AF65-F5344CB8AC3E}">
        <p14:creationId xmlns:p14="http://schemas.microsoft.com/office/powerpoint/2010/main" val="18726462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:mv="urn:schemas-microsoft-com:mac:vml" xmlns="">
      <mp:transition xmlns:mp="http://schemas.microsoft.com/office/mac/powerpoint/2008/main" spd="slow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34"/>
          <p:cNvSpPr>
            <a:spLocks noChangeArrowheads="1"/>
          </p:cNvSpPr>
          <p:nvPr/>
        </p:nvSpPr>
        <p:spPr bwMode="auto">
          <a:xfrm>
            <a:off x="36513" y="741363"/>
            <a:ext cx="8928100" cy="2892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/>
            <a:r>
              <a:rPr lang="pt-BR" altLang="pt-BR" sz="2800" dirty="0">
                <a:solidFill>
                  <a:schemeClr val="tx1"/>
                </a:solidFill>
              </a:rPr>
              <a:t>	A Força de Atrito</a:t>
            </a:r>
          </a:p>
          <a:p>
            <a:pPr algn="just" eaLnBrk="1" hangingPunct="1"/>
            <a:endParaRPr lang="pt-BR" altLang="pt-BR" sz="1000" b="0" dirty="0">
              <a:solidFill>
                <a:schemeClr val="tx1"/>
              </a:solidFill>
            </a:endParaRPr>
          </a:p>
          <a:p>
            <a:pPr algn="just" eaLnBrk="1" hangingPunct="1">
              <a:lnSpc>
                <a:spcPct val="150000"/>
              </a:lnSpc>
            </a:pPr>
            <a:r>
              <a:rPr lang="pt-BR" altLang="pt-BR" sz="1600" b="0" dirty="0">
                <a:solidFill>
                  <a:schemeClr val="tx1"/>
                </a:solidFill>
              </a:rPr>
              <a:t>	Quando empurramos ou puxamos um corpo qualquer de massa </a:t>
            </a:r>
            <a:r>
              <a:rPr lang="pt-BR" altLang="pt-BR" sz="1600" dirty="0">
                <a:solidFill>
                  <a:schemeClr val="tx1"/>
                </a:solidFill>
              </a:rPr>
              <a:t>m</a:t>
            </a:r>
            <a:r>
              <a:rPr lang="pt-BR" altLang="pt-BR" sz="1600" b="0" dirty="0">
                <a:solidFill>
                  <a:schemeClr val="tx1"/>
                </a:solidFill>
              </a:rPr>
              <a:t>, percebemos que existe certa dificuldade; e, em alguns casos, percebe-se que o corpo não entra em movimento. </a:t>
            </a:r>
            <a:r>
              <a:rPr lang="pt-BR" altLang="pt-BR" sz="1600" dirty="0">
                <a:solidFill>
                  <a:schemeClr val="tx1"/>
                </a:solidFill>
              </a:rPr>
              <a:t>Qual a explicação para isso? </a:t>
            </a:r>
            <a:r>
              <a:rPr lang="pt-BR" altLang="pt-BR" sz="1600" b="0" dirty="0">
                <a:solidFill>
                  <a:schemeClr val="tx1"/>
                </a:solidFill>
              </a:rPr>
              <a:t>O que acontece é que toda vez que puxamos ou empurramos um corpo, aparece uma força que é </a:t>
            </a:r>
            <a:r>
              <a:rPr lang="pt-BR" altLang="pt-BR" sz="1600" dirty="0">
                <a:solidFill>
                  <a:srgbClr val="FF0000"/>
                </a:solidFill>
              </a:rPr>
              <a:t>contrária à tendência de movimento</a:t>
            </a:r>
            <a:r>
              <a:rPr lang="pt-BR" altLang="pt-BR" sz="1600" b="0" dirty="0">
                <a:solidFill>
                  <a:schemeClr val="tx1"/>
                </a:solidFill>
              </a:rPr>
              <a:t>. Essa força é chamada de </a:t>
            </a:r>
            <a:r>
              <a:rPr lang="pt-BR" altLang="pt-BR" sz="1600" dirty="0">
                <a:solidFill>
                  <a:schemeClr val="tx1"/>
                </a:solidFill>
              </a:rPr>
              <a:t>Força de Atrito</a:t>
            </a:r>
            <a:r>
              <a:rPr lang="pt-BR" altLang="pt-BR" sz="1600" b="0" dirty="0">
                <a:solidFill>
                  <a:schemeClr val="tx1"/>
                </a:solidFill>
              </a:rPr>
              <a:t>. Sua origem deve-se está associada à interação eletromagnética dos átomos do corpo com os átomos da superfície.</a:t>
            </a:r>
          </a:p>
        </p:txBody>
      </p:sp>
      <p:pic>
        <p:nvPicPr>
          <p:cNvPr id="6147" name="Imagem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794" t="69685" r="51660" b="6689"/>
          <a:stretch>
            <a:fillRect/>
          </a:stretch>
        </p:blipFill>
        <p:spPr bwMode="auto">
          <a:xfrm>
            <a:off x="4860925" y="4149725"/>
            <a:ext cx="4103688" cy="172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10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00075792"/>
              </p:ext>
            </p:extLst>
          </p:nvPr>
        </p:nvGraphicFramePr>
        <p:xfrm>
          <a:off x="1203181" y="3552680"/>
          <a:ext cx="2605087" cy="663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ção" r:id="rId4" imgW="952087" imgH="241195" progId="Equation.3">
                  <p:embed/>
                </p:oleObj>
              </mc:Choice>
              <mc:Fallback>
                <p:oleObj name="Equação" r:id="rId4" imgW="952087" imgH="241195" progId="Equation.3">
                  <p:embed/>
                  <p:pic>
                    <p:nvPicPr>
                      <p:cNvPr id="9219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03181" y="3552680"/>
                        <a:ext cx="2605087" cy="663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61296225"/>
              </p:ext>
            </p:extLst>
          </p:nvPr>
        </p:nvGraphicFramePr>
        <p:xfrm>
          <a:off x="1203181" y="4327525"/>
          <a:ext cx="2049462" cy="628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ção" r:id="rId6" imgW="749160" imgH="228600" progId="Equation.3">
                  <p:embed/>
                </p:oleObj>
              </mc:Choice>
              <mc:Fallback>
                <p:oleObj name="Equação" r:id="rId6" imgW="749160" imgH="228600" progId="Equation.3">
                  <p:embed/>
                  <p:pic>
                    <p:nvPicPr>
                      <p:cNvPr id="1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03181" y="4327525"/>
                        <a:ext cx="2049462" cy="628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6952170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34"/>
          <p:cNvSpPr>
            <a:spLocks noChangeArrowheads="1"/>
          </p:cNvSpPr>
          <p:nvPr/>
        </p:nvSpPr>
        <p:spPr bwMode="auto">
          <a:xfrm>
            <a:off x="36513" y="811213"/>
            <a:ext cx="5472112" cy="6002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>
              <a:lnSpc>
                <a:spcPct val="150000"/>
              </a:lnSpc>
            </a:pPr>
            <a:r>
              <a:rPr lang="pt-BR" altLang="pt-BR" sz="1600" b="0">
                <a:solidFill>
                  <a:schemeClr val="tx1"/>
                </a:solidFill>
              </a:rPr>
              <a:t>	Senso uma grandeza vetorial a Força de atrito deve ser caracterizada por um módulo (que dá sua intensidade), uma orientação e um sentido (estes dois últimos definem para onde aponta a seta que representa o vetor Força de Atrito). O módulo da força de atrito é obtido a partir da seguinte equação a partir da seguinte equação:</a:t>
            </a:r>
          </a:p>
          <a:p>
            <a:pPr algn="just" eaLnBrk="1" hangingPunct="1">
              <a:lnSpc>
                <a:spcPct val="150000"/>
              </a:lnSpc>
            </a:pPr>
            <a:endParaRPr lang="pt-BR" altLang="pt-BR" sz="1600" b="0">
              <a:solidFill>
                <a:schemeClr val="tx1"/>
              </a:solidFill>
            </a:endParaRPr>
          </a:p>
          <a:p>
            <a:pPr algn="just" eaLnBrk="1" hangingPunct="1">
              <a:lnSpc>
                <a:spcPct val="150000"/>
              </a:lnSpc>
            </a:pPr>
            <a:endParaRPr lang="pt-BR" altLang="pt-BR" sz="1600" b="0">
              <a:solidFill>
                <a:schemeClr val="tx1"/>
              </a:solidFill>
            </a:endParaRPr>
          </a:p>
          <a:p>
            <a:pPr algn="just" eaLnBrk="1" hangingPunct="1">
              <a:lnSpc>
                <a:spcPct val="150000"/>
              </a:lnSpc>
            </a:pPr>
            <a:r>
              <a:rPr lang="pt-BR" altLang="pt-BR" sz="1600" b="0">
                <a:solidFill>
                  <a:schemeClr val="tx1"/>
                </a:solidFill>
              </a:rPr>
              <a:t>	Onde o μ (letra grega mi) é chamado de coeficiente de atrito que depende da natureza dos corpos em contato e do estado de polimento e lubrificação da superfície. Essa é uma grandeza adimensional, ou seja, ela não tem unidade. No Sistema Internacional de Unidades (SI) a unidade de força de atrito é o newton (N). N é a força Normal entre o corpo e a superfície de contato.</a:t>
            </a:r>
          </a:p>
        </p:txBody>
      </p:sp>
      <p:graphicFrame>
        <p:nvGraphicFramePr>
          <p:cNvPr id="8195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00254514"/>
              </p:ext>
            </p:extLst>
          </p:nvPr>
        </p:nvGraphicFramePr>
        <p:xfrm>
          <a:off x="1050925" y="3090863"/>
          <a:ext cx="1289050" cy="698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ção" r:id="rId2" imgW="799753" imgH="431613" progId="Equation.3">
                  <p:embed/>
                </p:oleObj>
              </mc:Choice>
              <mc:Fallback>
                <p:oleObj name="Equação" r:id="rId2" imgW="799753" imgH="431613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50925" y="3090863"/>
                        <a:ext cx="1289050" cy="698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8196" name="Imagem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22913" y="2874963"/>
            <a:ext cx="3592512" cy="3217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4221567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34"/>
          <p:cNvSpPr>
            <a:spLocks noChangeArrowheads="1"/>
          </p:cNvSpPr>
          <p:nvPr/>
        </p:nvSpPr>
        <p:spPr bwMode="auto">
          <a:xfrm>
            <a:off x="36513" y="804863"/>
            <a:ext cx="8928100" cy="4678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/>
            <a:r>
              <a:rPr lang="pt-BR" altLang="pt-BR" sz="2400" dirty="0">
                <a:solidFill>
                  <a:schemeClr val="tx1"/>
                </a:solidFill>
              </a:rPr>
              <a:t>	A Força de atrito estático</a:t>
            </a:r>
          </a:p>
          <a:p>
            <a:pPr algn="just" eaLnBrk="1" hangingPunct="1"/>
            <a:endParaRPr lang="pt-BR" altLang="pt-BR" sz="1000" b="0" dirty="0">
              <a:solidFill>
                <a:schemeClr val="tx1"/>
              </a:solidFill>
            </a:endParaRPr>
          </a:p>
          <a:p>
            <a:pPr algn="just" eaLnBrk="1" hangingPunct="1">
              <a:lnSpc>
                <a:spcPct val="150000"/>
              </a:lnSpc>
            </a:pPr>
            <a:r>
              <a:rPr lang="pt-BR" altLang="pt-BR" sz="1600" b="0" dirty="0">
                <a:solidFill>
                  <a:schemeClr val="tx1"/>
                </a:solidFill>
              </a:rPr>
              <a:t>	Enquanto um corpo não estiver em movimento com relação à superfície de contato a força de atrito será do tipo estático, representada por </a:t>
            </a:r>
            <a:r>
              <a:rPr lang="pt-BR" altLang="pt-BR" sz="1600" b="0" dirty="0" err="1">
                <a:solidFill>
                  <a:schemeClr val="tx1"/>
                </a:solidFill>
              </a:rPr>
              <a:t>F</a:t>
            </a:r>
            <a:r>
              <a:rPr lang="pt-BR" altLang="pt-BR" sz="1600" b="0" baseline="-25000" dirty="0" err="1">
                <a:solidFill>
                  <a:schemeClr val="tx1"/>
                </a:solidFill>
              </a:rPr>
              <a:t>ate</a:t>
            </a:r>
            <a:r>
              <a:rPr lang="pt-BR" altLang="pt-BR" sz="1600" b="0" dirty="0">
                <a:solidFill>
                  <a:schemeClr val="tx1"/>
                </a:solidFill>
              </a:rPr>
              <a:t> ela é a força que está atuando contrariamente à tendência de movimento. Uma característica importantíssima sobre esta força é que sua intensidade (módulo) é apenas igual ao da força que atua no sentido da tendência de movimento), desde que, esta força não ultrapasse o valor máximo da força de atrito estática o que, por sua vez, coloca o corpo em movimento. Sua intensidade máxima é dado por:</a:t>
            </a:r>
          </a:p>
          <a:p>
            <a:pPr algn="just" eaLnBrk="1" hangingPunct="1">
              <a:lnSpc>
                <a:spcPct val="150000"/>
              </a:lnSpc>
            </a:pPr>
            <a:endParaRPr lang="pt-BR" altLang="pt-BR" sz="1600" b="0" dirty="0">
              <a:solidFill>
                <a:schemeClr val="tx1"/>
              </a:solidFill>
            </a:endParaRPr>
          </a:p>
          <a:p>
            <a:pPr algn="just" eaLnBrk="1" hangingPunct="1">
              <a:lnSpc>
                <a:spcPct val="150000"/>
              </a:lnSpc>
            </a:pPr>
            <a:endParaRPr lang="pt-BR" altLang="pt-BR" sz="1600" b="0" dirty="0">
              <a:solidFill>
                <a:schemeClr val="tx1"/>
              </a:solidFill>
            </a:endParaRPr>
          </a:p>
          <a:p>
            <a:pPr algn="just" eaLnBrk="1" hangingPunct="1">
              <a:lnSpc>
                <a:spcPct val="150000"/>
              </a:lnSpc>
            </a:pPr>
            <a:endParaRPr lang="pt-BR" altLang="pt-BR" sz="1600" b="0" dirty="0">
              <a:solidFill>
                <a:schemeClr val="tx1"/>
              </a:solidFill>
            </a:endParaRPr>
          </a:p>
          <a:p>
            <a:pPr algn="just" eaLnBrk="1" hangingPunct="1">
              <a:lnSpc>
                <a:spcPct val="150000"/>
              </a:lnSpc>
            </a:pPr>
            <a:endParaRPr lang="pt-BR" altLang="pt-BR" sz="1600" b="0" dirty="0">
              <a:solidFill>
                <a:schemeClr val="tx1"/>
              </a:solidFill>
            </a:endParaRPr>
          </a:p>
          <a:p>
            <a:pPr algn="just" eaLnBrk="1" hangingPunct="1">
              <a:lnSpc>
                <a:spcPct val="150000"/>
              </a:lnSpc>
            </a:pPr>
            <a:r>
              <a:rPr lang="pt-BR" altLang="pt-BR" sz="1600" b="0" dirty="0">
                <a:solidFill>
                  <a:schemeClr val="tx1"/>
                </a:solidFill>
              </a:rPr>
              <a:t>Onde μ</a:t>
            </a:r>
            <a:r>
              <a:rPr lang="pt-BR" altLang="pt-BR" sz="1600" b="0" baseline="-25000" dirty="0">
                <a:solidFill>
                  <a:schemeClr val="tx1"/>
                </a:solidFill>
              </a:rPr>
              <a:t>e</a:t>
            </a:r>
            <a:r>
              <a:rPr lang="pt-BR" altLang="pt-BR" sz="1600" b="0" dirty="0">
                <a:solidFill>
                  <a:schemeClr val="tx1"/>
                </a:solidFill>
              </a:rPr>
              <a:t> é o coeficiente de atrito estático.</a:t>
            </a:r>
          </a:p>
        </p:txBody>
      </p:sp>
      <p:graphicFrame>
        <p:nvGraphicFramePr>
          <p:cNvPr id="9219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03240162"/>
              </p:ext>
            </p:extLst>
          </p:nvPr>
        </p:nvGraphicFramePr>
        <p:xfrm>
          <a:off x="4500563" y="4040188"/>
          <a:ext cx="2605087" cy="663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ção" r:id="rId2" imgW="952087" imgH="241195" progId="Equation.3">
                  <p:embed/>
                </p:oleObj>
              </mc:Choice>
              <mc:Fallback>
                <p:oleObj name="Equação" r:id="rId2" imgW="952087" imgH="241195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00563" y="4040188"/>
                        <a:ext cx="2605087" cy="663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3087967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34"/>
          <p:cNvSpPr>
            <a:spLocks noChangeArrowheads="1"/>
          </p:cNvSpPr>
          <p:nvPr/>
        </p:nvSpPr>
        <p:spPr bwMode="auto">
          <a:xfrm>
            <a:off x="0" y="35429"/>
            <a:ext cx="9143999" cy="246221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>
            <a:spAutoFit/>
          </a:bodyPr>
          <a:lstStyle>
            <a:lvl1pPr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/>
            <a:r>
              <a:rPr lang="pt-BR" altLang="pt-BR" sz="2400" dirty="0">
                <a:solidFill>
                  <a:schemeClr val="tx1"/>
                </a:solidFill>
              </a:rPr>
              <a:t>	A Força de atrito dinâmico ou cinético</a:t>
            </a:r>
          </a:p>
          <a:p>
            <a:pPr algn="just" eaLnBrk="1" hangingPunct="1"/>
            <a:endParaRPr lang="pt-BR" altLang="pt-BR" sz="1000" b="0" dirty="0">
              <a:solidFill>
                <a:schemeClr val="tx1"/>
              </a:solidFill>
            </a:endParaRPr>
          </a:p>
          <a:p>
            <a:pPr algn="just" eaLnBrk="1" hangingPunct="1">
              <a:lnSpc>
                <a:spcPct val="150000"/>
              </a:lnSpc>
            </a:pPr>
            <a:r>
              <a:rPr lang="pt-BR" altLang="pt-BR" sz="1600" b="0" dirty="0">
                <a:solidFill>
                  <a:schemeClr val="tx1"/>
                </a:solidFill>
              </a:rPr>
              <a:t>	É o atrito que aparece quando os corpos estão em movimento, ou seja, ele é contrário à movimentação dos corpos. Por exemplo, quando um carro está se locomovendo em uma estrada e precisa frear o carro bruscamente, o carro para, no entanto esse fato só é possibilitado em razão da força de atrito, contrária ao movimento do carro, existente entre os pneus e o asfalto. Matematicamente, temos que a força de atrito cinético é escrita da seguinte forma:</a:t>
            </a:r>
          </a:p>
        </p:txBody>
      </p:sp>
      <p:graphicFrame>
        <p:nvGraphicFramePr>
          <p:cNvPr id="10243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6573860"/>
              </p:ext>
            </p:extLst>
          </p:nvPr>
        </p:nvGraphicFramePr>
        <p:xfrm>
          <a:off x="6916738" y="2625999"/>
          <a:ext cx="2047875" cy="628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ção" r:id="rId2" imgW="749300" imgH="228600" progId="Equation.3">
                  <p:embed/>
                </p:oleObj>
              </mc:Choice>
              <mc:Fallback>
                <p:oleObj name="Equação" r:id="rId2" imgW="749300" imgH="228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16738" y="2625999"/>
                        <a:ext cx="2047875" cy="628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tângulo 1"/>
          <p:cNvSpPr/>
          <p:nvPr/>
        </p:nvSpPr>
        <p:spPr>
          <a:xfrm>
            <a:off x="1" y="2717300"/>
            <a:ext cx="4393580" cy="41549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t-BR" altLang="pt-BR" sz="1600" dirty="0">
                <a:latin typeface="Arial" panose="020B0604020202020204" pitchFamily="34" charset="0"/>
              </a:rPr>
              <a:t>Onde </a:t>
            </a:r>
            <a:r>
              <a:rPr lang="pt-BR" altLang="pt-BR" sz="1600" dirty="0" err="1">
                <a:latin typeface="Arial" panose="020B0604020202020204" pitchFamily="34" charset="0"/>
              </a:rPr>
              <a:t>μc</a:t>
            </a:r>
            <a:r>
              <a:rPr lang="pt-BR" altLang="pt-BR" sz="1600" dirty="0">
                <a:latin typeface="Arial" panose="020B0604020202020204" pitchFamily="34" charset="0"/>
              </a:rPr>
              <a:t> é chamado de coeficiente de atrito cinético.</a:t>
            </a:r>
          </a:p>
          <a:p>
            <a:pPr algn="just">
              <a:lnSpc>
                <a:spcPct val="150000"/>
              </a:lnSpc>
            </a:pPr>
            <a:endParaRPr lang="pt-BR" altLang="pt-BR" sz="1600" dirty="0">
              <a:latin typeface="Arial" panose="020B0604020202020204" pitchFamily="34" charset="0"/>
            </a:endParaRPr>
          </a:p>
          <a:p>
            <a:pPr algn="just">
              <a:lnSpc>
                <a:spcPct val="150000"/>
              </a:lnSpc>
            </a:pPr>
            <a:r>
              <a:rPr lang="pt-BR" altLang="pt-BR" sz="1600" dirty="0">
                <a:latin typeface="Arial" panose="020B0604020202020204" pitchFamily="34" charset="0"/>
              </a:rPr>
              <a:t>	Comparando a equação geral da força de atrito com a força de atrito estático e dinâmico, temos que para um corpo que está em repouso a força de atrito é variável até </a:t>
            </a:r>
            <a:r>
              <a:rPr lang="pt-BR" altLang="pt-BR" sz="1600" dirty="0" err="1">
                <a:latin typeface="Arial" panose="020B0604020202020204" pitchFamily="34" charset="0"/>
              </a:rPr>
              <a:t>μN</a:t>
            </a:r>
            <a:r>
              <a:rPr lang="pt-BR" altLang="pt-BR" sz="1600" dirty="0">
                <a:latin typeface="Arial" panose="020B0604020202020204" pitchFamily="34" charset="0"/>
              </a:rPr>
              <a:t>, ou seja, até a eminência do movimento. E para um corpo que está em movimento tem-se que a força de atrito é constante e igual a </a:t>
            </a:r>
            <a:r>
              <a:rPr lang="pt-BR" altLang="pt-BR" sz="1600" dirty="0" err="1">
                <a:latin typeface="Arial" panose="020B0604020202020204" pitchFamily="34" charset="0"/>
              </a:rPr>
              <a:t>μN</a:t>
            </a:r>
            <a:r>
              <a:rPr lang="pt-BR" altLang="pt-BR" sz="1600" dirty="0"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639F56A9-904D-440F-B996-9D8D4D982DA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7309" y="2717300"/>
            <a:ext cx="2095500" cy="1571625"/>
          </a:xfrm>
          <a:prstGeom prst="rect">
            <a:avLst/>
          </a:prstGeom>
        </p:spPr>
      </p:pic>
      <p:pic>
        <p:nvPicPr>
          <p:cNvPr id="6" name="Imagem 5" descr="Uma imagem contendo captura de tela&#10;&#10;Descrição gerada com alta confiança">
            <a:extLst>
              <a:ext uri="{FF2B5EF4-FFF2-40B4-BE49-F238E27FC236}">
                <a16:creationId xmlns:a16="http://schemas.microsoft.com/office/drawing/2014/main" id="{5475DED8-AAE0-428C-A2CB-F56AD9CFE235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46232" y="4963672"/>
            <a:ext cx="3297767" cy="18943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41820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34"/>
          <p:cNvSpPr>
            <a:spLocks noChangeArrowheads="1"/>
          </p:cNvSpPr>
          <p:nvPr/>
        </p:nvSpPr>
        <p:spPr bwMode="auto">
          <a:xfrm>
            <a:off x="36513" y="804863"/>
            <a:ext cx="8928100" cy="615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/>
            <a:r>
              <a:rPr lang="pt-BR" altLang="pt-BR" sz="2400" dirty="0">
                <a:solidFill>
                  <a:schemeClr val="tx1"/>
                </a:solidFill>
              </a:rPr>
              <a:t>	O freio ABS</a:t>
            </a:r>
          </a:p>
          <a:p>
            <a:pPr algn="just" eaLnBrk="1" hangingPunct="1"/>
            <a:endParaRPr lang="pt-BR" altLang="pt-BR" sz="1000" b="0" dirty="0">
              <a:solidFill>
                <a:schemeClr val="tx1"/>
              </a:solidFill>
            </a:endParaRPr>
          </a:p>
        </p:txBody>
      </p:sp>
      <p:pic>
        <p:nvPicPr>
          <p:cNvPr id="11267" name="Imagem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513" y="1291347"/>
            <a:ext cx="5427585" cy="38752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Imagem 3" descr="Uma imagem contendo captura de tela&#10;&#10;Descrição gerada com alta confiança">
            <a:extLst>
              <a:ext uri="{FF2B5EF4-FFF2-40B4-BE49-F238E27FC236}">
                <a16:creationId xmlns:a16="http://schemas.microsoft.com/office/drawing/2014/main" id="{5E42D506-1076-457B-962B-57AEFF6CB75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33362" y="3657599"/>
            <a:ext cx="3410638" cy="2425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77739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Imagem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700213"/>
            <a:ext cx="4762500" cy="3905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Imagem 2" descr="Uma imagem contendo captura de tela&#10;&#10;Descrição gerada com alta confiança">
            <a:extLst>
              <a:ext uri="{FF2B5EF4-FFF2-40B4-BE49-F238E27FC236}">
                <a16:creationId xmlns:a16="http://schemas.microsoft.com/office/drawing/2014/main" id="{729C0CC8-DFEC-431A-B572-455658B55A6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50417" y="2765501"/>
            <a:ext cx="3993583" cy="28399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9564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 descr="Uma imagem contendo estrada, ao ar livre, caminhão, corrida de carros&#10;&#10;Descrição gerada com alta confiança">
            <a:extLst>
              <a:ext uri="{FF2B5EF4-FFF2-40B4-BE49-F238E27FC236}">
                <a16:creationId xmlns:a16="http://schemas.microsoft.com/office/drawing/2014/main" id="{575AF37E-4B7B-4D94-ADF7-E37E9C1CF88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0603" y="3805928"/>
            <a:ext cx="8430802" cy="2095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5091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12"/>
          <p:cNvSpPr>
            <a:spLocks noChangeArrowheads="1"/>
          </p:cNvSpPr>
          <p:nvPr/>
        </p:nvSpPr>
        <p:spPr bwMode="auto">
          <a:xfrm>
            <a:off x="1" y="866"/>
            <a:ext cx="9144000" cy="115416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bIns="0">
            <a:spAutoFit/>
          </a:bodyPr>
          <a:lstStyle>
            <a:lvl1pPr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/>
            <a:r>
              <a:rPr lang="pt-BR" altLang="pt-BR" dirty="0">
                <a:solidFill>
                  <a:schemeClr val="tx1"/>
                </a:solidFill>
              </a:rPr>
              <a:t>01)</a:t>
            </a:r>
            <a:r>
              <a:rPr lang="pt-BR" altLang="pt-BR" b="0" dirty="0">
                <a:solidFill>
                  <a:schemeClr val="tx1"/>
                </a:solidFill>
              </a:rPr>
              <a:t>	Vamos supor que temos um bloco de massa m = 5 kg sobre uma superfície plana. Suponhamos que o coeficiente de atrito entre o bloco e a superfície plana seja igual a 0,2, determine o valor da força de atrito para uma força que puxa o bloco com intensidade igual a 50 N.</a:t>
            </a:r>
          </a:p>
        </p:txBody>
      </p:sp>
      <p:pic>
        <p:nvPicPr>
          <p:cNvPr id="13315" name="Imagem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397" t="44093" r="41145" b="32281"/>
          <a:stretch>
            <a:fillRect/>
          </a:stretch>
        </p:blipFill>
        <p:spPr bwMode="auto">
          <a:xfrm>
            <a:off x="5554807" y="3853583"/>
            <a:ext cx="3311525" cy="172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" name="CaixaDeTexto 14"/>
          <p:cNvSpPr txBox="1"/>
          <p:nvPr/>
        </p:nvSpPr>
        <p:spPr>
          <a:xfrm>
            <a:off x="6804168" y="3234613"/>
            <a:ext cx="44334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>
                <a:solidFill>
                  <a:srgbClr val="FFC000"/>
                </a:solidFill>
              </a:rPr>
              <a:t>N</a:t>
            </a:r>
          </a:p>
        </p:txBody>
      </p:sp>
    </p:spTree>
    <p:extLst>
      <p:ext uri="{BB962C8B-B14F-4D97-AF65-F5344CB8AC3E}">
        <p14:creationId xmlns:p14="http://schemas.microsoft.com/office/powerpoint/2010/main" val="366053407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12"/>
          <p:cNvSpPr>
            <a:spLocks noChangeArrowheads="1"/>
          </p:cNvSpPr>
          <p:nvPr/>
        </p:nvSpPr>
        <p:spPr bwMode="auto">
          <a:xfrm>
            <a:off x="34925" y="841375"/>
            <a:ext cx="8964613" cy="877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bIns="0">
            <a:spAutoFit/>
          </a:bodyPr>
          <a:lstStyle>
            <a:lvl1pPr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/>
            <a:r>
              <a:rPr lang="pt-BR" altLang="pt-BR" dirty="0">
                <a:solidFill>
                  <a:schemeClr val="tx1"/>
                </a:solidFill>
              </a:rPr>
              <a:t>	02)</a:t>
            </a:r>
            <a:r>
              <a:rPr lang="pt-BR" altLang="pt-BR" b="0" dirty="0">
                <a:solidFill>
                  <a:schemeClr val="tx1"/>
                </a:solidFill>
              </a:rPr>
              <a:t>	Um bloco de massa de 4,0 kg é abandonado num plano inclinado de 37º com a horizontal com o qual tem coeficiente de atrito 0,25. A aceleração do movimento do bloco é em m/s</a:t>
            </a:r>
            <a:r>
              <a:rPr lang="pt-BR" altLang="pt-BR" b="0" baseline="30000" dirty="0">
                <a:solidFill>
                  <a:schemeClr val="tx1"/>
                </a:solidFill>
              </a:rPr>
              <a:t>2</a:t>
            </a:r>
            <a:r>
              <a:rPr lang="pt-BR" altLang="pt-BR" b="0" dirty="0">
                <a:solidFill>
                  <a:schemeClr val="tx1"/>
                </a:solidFill>
              </a:rPr>
              <a:t>. Dados: g = 10 m/s2; </a:t>
            </a:r>
            <a:r>
              <a:rPr lang="pt-BR" altLang="pt-BR" b="0" dirty="0" err="1">
                <a:solidFill>
                  <a:schemeClr val="tx1"/>
                </a:solidFill>
              </a:rPr>
              <a:t>sen</a:t>
            </a:r>
            <a:r>
              <a:rPr lang="pt-BR" altLang="pt-BR" b="0" dirty="0">
                <a:solidFill>
                  <a:schemeClr val="tx1"/>
                </a:solidFill>
              </a:rPr>
              <a:t> 37º = 0,60; cos 37º = 0,80.</a:t>
            </a:r>
          </a:p>
        </p:txBody>
      </p:sp>
    </p:spTree>
    <p:extLst>
      <p:ext uri="{BB962C8B-B14F-4D97-AF65-F5344CB8AC3E}">
        <p14:creationId xmlns:p14="http://schemas.microsoft.com/office/powerpoint/2010/main" val="202651606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12"/>
          <p:cNvSpPr>
            <a:spLocks noChangeArrowheads="1"/>
          </p:cNvSpPr>
          <p:nvPr/>
        </p:nvSpPr>
        <p:spPr bwMode="auto">
          <a:xfrm>
            <a:off x="0" y="84291"/>
            <a:ext cx="9143999" cy="6001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bIns="0">
            <a:spAutoFit/>
          </a:bodyPr>
          <a:lstStyle>
            <a:lvl1pPr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/>
            <a:r>
              <a:rPr lang="pt-BR" altLang="pt-BR" sz="1200" dirty="0">
                <a:solidFill>
                  <a:schemeClr val="tx1"/>
                </a:solidFill>
              </a:rPr>
              <a:t>	02)</a:t>
            </a:r>
            <a:r>
              <a:rPr lang="pt-BR" altLang="pt-BR" sz="1200" b="0" dirty="0">
                <a:solidFill>
                  <a:schemeClr val="tx1"/>
                </a:solidFill>
              </a:rPr>
              <a:t>	Um bloco de massa de 4,0 kg é abandonado num plano inclinado de 37º com a horizontal com o qual tem coeficiente de atrito 0,25. A aceleração do movimento do bloco é em m/s</a:t>
            </a:r>
            <a:r>
              <a:rPr lang="pt-BR" altLang="pt-BR" sz="1200" b="0" baseline="30000" dirty="0">
                <a:solidFill>
                  <a:schemeClr val="tx1"/>
                </a:solidFill>
              </a:rPr>
              <a:t>2</a:t>
            </a:r>
            <a:r>
              <a:rPr lang="pt-BR" altLang="pt-BR" sz="1200" b="0" dirty="0">
                <a:solidFill>
                  <a:schemeClr val="tx1"/>
                </a:solidFill>
              </a:rPr>
              <a:t>. Dados: g = 10 m/s2; sen 37º = 0,60; cos 37º = 0,80.</a:t>
            </a:r>
          </a:p>
          <a:p>
            <a:pPr algn="just" eaLnBrk="1" hangingPunct="1"/>
            <a:endParaRPr lang="pt-BR" altLang="pt-BR" sz="1200" b="0" dirty="0">
              <a:solidFill>
                <a:schemeClr val="tx1"/>
              </a:solidFill>
            </a:endParaRPr>
          </a:p>
        </p:txBody>
      </p:sp>
      <p:pic>
        <p:nvPicPr>
          <p:cNvPr id="2" name="Imagem 1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256387"/>
            <a:ext cx="3349752" cy="29931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372891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12"/>
          <p:cNvSpPr>
            <a:spLocks noChangeArrowheads="1"/>
          </p:cNvSpPr>
          <p:nvPr/>
        </p:nvSpPr>
        <p:spPr bwMode="auto">
          <a:xfrm>
            <a:off x="0" y="84291"/>
            <a:ext cx="9143999" cy="115416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bIns="0">
            <a:spAutoFit/>
          </a:bodyPr>
          <a:lstStyle>
            <a:lvl1pPr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/>
            <a:r>
              <a:rPr lang="pt-BR" altLang="pt-BR" dirty="0">
                <a:solidFill>
                  <a:schemeClr val="tx1"/>
                </a:solidFill>
              </a:rPr>
              <a:t>	02)</a:t>
            </a:r>
            <a:r>
              <a:rPr lang="pt-BR" altLang="pt-BR" b="0" dirty="0">
                <a:solidFill>
                  <a:schemeClr val="tx1"/>
                </a:solidFill>
              </a:rPr>
              <a:t>	Um bloco de massa de 4,0 kg é abandonado num plano inclinado de 37º com a horizontal com o qual tem coeficiente de atrito 0,25. A aceleração do movimento do bloco é em m/s</a:t>
            </a:r>
            <a:r>
              <a:rPr lang="pt-BR" altLang="pt-BR" b="0" baseline="30000" dirty="0">
                <a:solidFill>
                  <a:schemeClr val="tx1"/>
                </a:solidFill>
              </a:rPr>
              <a:t>2</a:t>
            </a:r>
            <a:r>
              <a:rPr lang="pt-BR" altLang="pt-BR" b="0" dirty="0">
                <a:solidFill>
                  <a:schemeClr val="tx1"/>
                </a:solidFill>
              </a:rPr>
              <a:t>. Dados: g = 10 m/s2; sen 37º = 0,60; cos 37º = 0,80.</a:t>
            </a:r>
          </a:p>
          <a:p>
            <a:pPr algn="just" eaLnBrk="1" hangingPunct="1"/>
            <a:endParaRPr lang="pt-BR" altLang="pt-BR" b="0" dirty="0">
              <a:solidFill>
                <a:schemeClr val="tx1"/>
              </a:solidFill>
            </a:endParaRP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0D275BB6-F757-4FFF-A119-92D32F29F443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256387"/>
            <a:ext cx="3349752" cy="29931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772186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12"/>
          <p:cNvSpPr>
            <a:spLocks noChangeArrowheads="1"/>
          </p:cNvSpPr>
          <p:nvPr/>
        </p:nvSpPr>
        <p:spPr bwMode="auto">
          <a:xfrm>
            <a:off x="34925" y="854075"/>
            <a:ext cx="8964613" cy="1154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bIns="0">
            <a:spAutoFit/>
          </a:bodyPr>
          <a:lstStyle>
            <a:lvl1pPr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/>
            <a:r>
              <a:rPr lang="pt-BR" altLang="pt-BR" dirty="0">
                <a:solidFill>
                  <a:schemeClr val="tx1"/>
                </a:solidFill>
              </a:rPr>
              <a:t>	03)</a:t>
            </a:r>
            <a:r>
              <a:rPr lang="pt-BR" altLang="pt-BR" b="0" dirty="0">
                <a:solidFill>
                  <a:schemeClr val="tx1"/>
                </a:solidFill>
              </a:rPr>
              <a:t>	Um bloco de massa m é colocado sobre um plano inclinado cujo coeficiente de atrito estático = 1 como mostra a figura. Qual é o maior valor possível para o ângulo α de inclinação do plano de modo que o bloco permaneça em repouso? A) 30º; B) 45º; C) 60º; D) 75º; E) 90º.</a:t>
            </a:r>
          </a:p>
        </p:txBody>
      </p:sp>
      <p:pic>
        <p:nvPicPr>
          <p:cNvPr id="2" name="Imagem 1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76572" y="3272776"/>
            <a:ext cx="4022966" cy="2713250"/>
          </a:xfrm>
          <a:prstGeom prst="rect">
            <a:avLst/>
          </a:prstGeom>
        </p:spPr>
      </p:pic>
      <p:graphicFrame>
        <p:nvGraphicFramePr>
          <p:cNvPr id="10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57100429"/>
              </p:ext>
            </p:extLst>
          </p:nvPr>
        </p:nvGraphicFramePr>
        <p:xfrm>
          <a:off x="34925" y="2127250"/>
          <a:ext cx="2603500" cy="663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ção" r:id="rId3" imgW="952200" imgH="241200" progId="Equation.3">
                  <p:embed/>
                </p:oleObj>
              </mc:Choice>
              <mc:Fallback>
                <p:oleObj name="Equação" r:id="rId3" imgW="952200" imgH="241200" progId="Equation.3">
                  <p:embed/>
                  <p:pic>
                    <p:nvPicPr>
                      <p:cNvPr id="42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925" y="2127250"/>
                        <a:ext cx="2603500" cy="663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19396289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12"/>
          <p:cNvSpPr>
            <a:spLocks noChangeArrowheads="1"/>
          </p:cNvSpPr>
          <p:nvPr/>
        </p:nvSpPr>
        <p:spPr bwMode="auto">
          <a:xfrm>
            <a:off x="34925" y="854075"/>
            <a:ext cx="8964613" cy="1154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bIns="0">
            <a:spAutoFit/>
          </a:bodyPr>
          <a:lstStyle>
            <a:lvl1pPr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/>
            <a:r>
              <a:rPr lang="pt-BR" altLang="pt-BR" dirty="0">
                <a:solidFill>
                  <a:schemeClr val="tx1"/>
                </a:solidFill>
              </a:rPr>
              <a:t>	03)</a:t>
            </a:r>
            <a:r>
              <a:rPr lang="pt-BR" altLang="pt-BR" b="0" dirty="0">
                <a:solidFill>
                  <a:schemeClr val="tx1"/>
                </a:solidFill>
              </a:rPr>
              <a:t>	Um bloco de massa m é colocado sobre um plano inclinado cujo coeficiente de atrito estático =1 como mostra a figura. Qual é o maior valor possível para o ângulo α de inclinação do plano de modo que o bloco permaneça em repouso? A) 30º; B) 45º; C) 60º; D) 75º; E) 90º.</a:t>
            </a:r>
          </a:p>
        </p:txBody>
      </p:sp>
      <p:pic>
        <p:nvPicPr>
          <p:cNvPr id="2" name="Imagem 1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76572" y="3272776"/>
            <a:ext cx="4022966" cy="2713250"/>
          </a:xfrm>
          <a:prstGeom prst="rect">
            <a:avLst/>
          </a:prstGeom>
        </p:spPr>
      </p:pic>
      <p:pic>
        <p:nvPicPr>
          <p:cNvPr id="4" name="Imagem 3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139" y="2140433"/>
            <a:ext cx="3349752" cy="2990088"/>
          </a:xfrm>
          <a:prstGeom prst="rect">
            <a:avLst/>
          </a:prstGeom>
        </p:spPr>
      </p:pic>
      <p:graphicFrame>
        <p:nvGraphicFramePr>
          <p:cNvPr id="5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89049357"/>
              </p:ext>
            </p:extLst>
          </p:nvPr>
        </p:nvGraphicFramePr>
        <p:xfrm>
          <a:off x="4902489" y="2169585"/>
          <a:ext cx="2603500" cy="663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ção" r:id="rId4" imgW="952200" imgH="241200" progId="Equation.3">
                  <p:embed/>
                </p:oleObj>
              </mc:Choice>
              <mc:Fallback>
                <p:oleObj name="Equação" r:id="rId4" imgW="952200" imgH="241200" progId="Equation.3">
                  <p:embed/>
                  <p:pic>
                    <p:nvPicPr>
                      <p:cNvPr id="1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02489" y="2169585"/>
                        <a:ext cx="2603500" cy="663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17716493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12"/>
          <p:cNvSpPr>
            <a:spLocks noChangeArrowheads="1"/>
          </p:cNvSpPr>
          <p:nvPr/>
        </p:nvSpPr>
        <p:spPr bwMode="auto">
          <a:xfrm>
            <a:off x="1" y="87159"/>
            <a:ext cx="9144000" cy="115416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bIns="0">
            <a:spAutoFit/>
          </a:bodyPr>
          <a:lstStyle>
            <a:lvl1pPr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/>
            <a:r>
              <a:rPr lang="pt-BR" altLang="pt-BR" sz="1200" dirty="0">
                <a:solidFill>
                  <a:schemeClr val="tx1"/>
                </a:solidFill>
              </a:rPr>
              <a:t>	03)</a:t>
            </a:r>
            <a:r>
              <a:rPr lang="pt-BR" altLang="pt-BR" sz="1200" b="0" dirty="0">
                <a:solidFill>
                  <a:schemeClr val="tx1"/>
                </a:solidFill>
              </a:rPr>
              <a:t>	Um bloco de massa m é colocado sobre um plano inclinado cujo coeficiente de atrito estático =1 como mostra a figura. Qual é o maior valor possível para o ângulo α de inclinação do plano de modo que o bloco permaneça em repouso? A) 30º; </a:t>
            </a:r>
            <a:r>
              <a:rPr lang="pt-BR" altLang="pt-BR" sz="1200" dirty="0">
                <a:solidFill>
                  <a:srgbClr val="FF0000"/>
                </a:solidFill>
              </a:rPr>
              <a:t>B) 45º</a:t>
            </a:r>
            <a:r>
              <a:rPr lang="pt-BR" altLang="pt-BR" sz="1200" b="0" dirty="0">
                <a:solidFill>
                  <a:schemeClr val="tx1"/>
                </a:solidFill>
              </a:rPr>
              <a:t>; C) 60º; D) 75º; E) 90º.</a:t>
            </a:r>
          </a:p>
          <a:p>
            <a:pPr algn="just" eaLnBrk="1" hangingPunct="1"/>
            <a:endParaRPr lang="pt-BR" altLang="pt-BR" sz="1200" b="0" dirty="0">
              <a:solidFill>
                <a:schemeClr val="tx1"/>
              </a:solidFill>
            </a:endParaRPr>
          </a:p>
          <a:p>
            <a:pPr algn="just" eaLnBrk="1" hangingPunct="1"/>
            <a:endParaRPr lang="pt-BR" altLang="pt-BR" sz="1200" b="0" dirty="0">
              <a:solidFill>
                <a:schemeClr val="tx1"/>
              </a:solidFill>
            </a:endParaRPr>
          </a:p>
          <a:p>
            <a:pPr algn="just" eaLnBrk="1" hangingPunct="1"/>
            <a:endParaRPr lang="pt-BR" altLang="pt-BR" sz="1200" b="0" dirty="0">
              <a:solidFill>
                <a:schemeClr val="tx1"/>
              </a:solidFill>
            </a:endParaRPr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3848311"/>
            <a:ext cx="3294626" cy="2940881"/>
          </a:xfrm>
          <a:prstGeom prst="rect">
            <a:avLst/>
          </a:prstGeom>
        </p:spPr>
      </p:pic>
      <p:graphicFrame>
        <p:nvGraphicFramePr>
          <p:cNvPr id="6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59401177"/>
              </p:ext>
            </p:extLst>
          </p:nvPr>
        </p:nvGraphicFramePr>
        <p:xfrm>
          <a:off x="6260233" y="696998"/>
          <a:ext cx="2135621" cy="54432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ção" r:id="rId4" imgW="952200" imgH="241200" progId="Equation.3">
                  <p:embed/>
                </p:oleObj>
              </mc:Choice>
              <mc:Fallback>
                <p:oleObj name="Equação" r:id="rId4" imgW="952200" imgH="241200" progId="Equation.3">
                  <p:embed/>
                  <p:pic>
                    <p:nvPicPr>
                      <p:cNvPr id="5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60233" y="696998"/>
                        <a:ext cx="2135621" cy="54432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79760983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12"/>
          <p:cNvSpPr>
            <a:spLocks noChangeArrowheads="1"/>
          </p:cNvSpPr>
          <p:nvPr/>
        </p:nvSpPr>
        <p:spPr bwMode="auto">
          <a:xfrm>
            <a:off x="34925" y="138112"/>
            <a:ext cx="9109075" cy="14319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bIns="0">
            <a:spAutoFit/>
          </a:bodyPr>
          <a:lstStyle>
            <a:lvl1pPr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/>
            <a:r>
              <a:rPr lang="pt-BR" altLang="pt-BR" dirty="0">
                <a:solidFill>
                  <a:schemeClr val="tx1"/>
                </a:solidFill>
              </a:rPr>
              <a:t>	04)</a:t>
            </a:r>
            <a:r>
              <a:rPr lang="pt-BR" altLang="pt-BR" b="0" dirty="0">
                <a:solidFill>
                  <a:schemeClr val="tx1"/>
                </a:solidFill>
              </a:rPr>
              <a:t>	</a:t>
            </a:r>
            <a:r>
              <a:rPr lang="pt-BR" b="0" dirty="0">
                <a:solidFill>
                  <a:schemeClr val="tx1"/>
                </a:solidFill>
              </a:rPr>
              <a:t>No plano inclinado da figura abaixo, o coeficiente de atrito entre o bloco A e o plano vale 0,20. A roldana é isenta de atrito e despreza-se o efeito do ar. Os blocos A e B têm massas iguais a m cada um e a aceleração local da gravidade tem intensidade igual a g. Quanto vale a intensidade da força tensora na corda, suposta ideal?</a:t>
            </a:r>
            <a:endParaRPr lang="pt-BR" altLang="pt-BR" b="0" dirty="0">
              <a:solidFill>
                <a:schemeClr val="tx1"/>
              </a:solidFill>
            </a:endParaRPr>
          </a:p>
        </p:txBody>
      </p:sp>
      <p:pic>
        <p:nvPicPr>
          <p:cNvPr id="16387" name="Picture 2" descr="esdpli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80000" y="4202046"/>
            <a:ext cx="4064000" cy="26559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Imagem 5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925" y="1570037"/>
            <a:ext cx="4742688" cy="2837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447040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12"/>
          <p:cNvSpPr>
            <a:spLocks noChangeArrowheads="1"/>
          </p:cNvSpPr>
          <p:nvPr/>
        </p:nvSpPr>
        <p:spPr bwMode="auto">
          <a:xfrm>
            <a:off x="1" y="138112"/>
            <a:ext cx="9144000" cy="115416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bIns="0">
            <a:spAutoFit/>
          </a:bodyPr>
          <a:lstStyle>
            <a:lvl1pPr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/>
            <a:r>
              <a:rPr lang="pt-BR" altLang="pt-BR" sz="1200" dirty="0">
                <a:solidFill>
                  <a:schemeClr val="tx1"/>
                </a:solidFill>
              </a:rPr>
              <a:t>	04)</a:t>
            </a:r>
            <a:r>
              <a:rPr lang="pt-BR" altLang="pt-BR" sz="1200" b="0" dirty="0">
                <a:solidFill>
                  <a:schemeClr val="tx1"/>
                </a:solidFill>
              </a:rPr>
              <a:t>	</a:t>
            </a:r>
            <a:r>
              <a:rPr lang="pt-BR" sz="1200" b="0" dirty="0">
                <a:solidFill>
                  <a:schemeClr val="tx1"/>
                </a:solidFill>
              </a:rPr>
              <a:t>No plano inclinado da figura abaixo, o coeficiente de atrito entre o bloco A e o plano vale 0,20. A roldana é isenta de atrito e despreza-se o efeito do ar. Os blocos A e B têm massas iguais a m cada um e a aceleração local da gravidade tem intensidade igual a g. Quanto vale a intensidade da força tensora na corda, suposta ideal?</a:t>
            </a:r>
          </a:p>
          <a:p>
            <a:pPr algn="just" eaLnBrk="1" hangingPunct="1"/>
            <a:endParaRPr lang="pt-BR" altLang="pt-BR" sz="1200" b="0" dirty="0">
              <a:solidFill>
                <a:schemeClr val="tx1"/>
              </a:solidFill>
            </a:endParaRPr>
          </a:p>
          <a:p>
            <a:pPr algn="just" eaLnBrk="1" hangingPunct="1"/>
            <a:endParaRPr lang="pt-BR" altLang="pt-BR" sz="1200" b="0" dirty="0">
              <a:solidFill>
                <a:schemeClr val="tx1"/>
              </a:solidFill>
            </a:endParaRPr>
          </a:p>
          <a:p>
            <a:pPr algn="just" eaLnBrk="1" hangingPunct="1"/>
            <a:endParaRPr lang="pt-BR" altLang="pt-BR" sz="1200" b="0" dirty="0">
              <a:solidFill>
                <a:schemeClr val="tx1"/>
              </a:solidFill>
            </a:endParaRPr>
          </a:p>
        </p:txBody>
      </p:sp>
      <p:pic>
        <p:nvPicPr>
          <p:cNvPr id="6" name="Imagem 5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1313" y="1985673"/>
            <a:ext cx="4742688" cy="2837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095845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4"/>
          <p:cNvSpPr>
            <a:spLocks noChangeArrowheads="1"/>
          </p:cNvSpPr>
          <p:nvPr/>
        </p:nvSpPr>
        <p:spPr bwMode="auto">
          <a:xfrm>
            <a:off x="3922713" y="2852738"/>
            <a:ext cx="2449512" cy="655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bIns="0" anchor="ctr">
            <a:spAutoFit/>
          </a:bodyPr>
          <a:lstStyle>
            <a:lvl1pPr>
              <a:tabLst>
                <a:tab pos="503238" algn="l"/>
              </a:tabLs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>
              <a:tabLst>
                <a:tab pos="503238" algn="l"/>
              </a:tabLs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>
              <a:tabLst>
                <a:tab pos="503238" algn="l"/>
              </a:tabLs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>
              <a:tabLst>
                <a:tab pos="503238" algn="l"/>
              </a:tabLs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>
              <a:tabLst>
                <a:tab pos="503238" algn="l"/>
              </a:tabLs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03238" algn="l"/>
              </a:tabLs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03238" algn="l"/>
              </a:tabLs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03238" algn="l"/>
              </a:tabLs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03238" algn="l"/>
              </a:tabLs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r>
              <a:rPr lang="pt-BR" altLang="pt-BR" sz="4000">
                <a:solidFill>
                  <a:srgbClr val="FF0000"/>
                </a:solidFill>
              </a:rPr>
              <a:t>Fim</a:t>
            </a:r>
          </a:p>
        </p:txBody>
      </p:sp>
    </p:spTree>
    <p:extLst>
      <p:ext uri="{BB962C8B-B14F-4D97-AF65-F5344CB8AC3E}">
        <p14:creationId xmlns:p14="http://schemas.microsoft.com/office/powerpoint/2010/main" val="274398689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0" y="0"/>
            <a:ext cx="9144000" cy="78757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Espaço Reservado para Texto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algn="just"/>
            <a:r>
              <a:rPr lang="pt-BR" altLang="pt-BR" dirty="0"/>
              <a:t>HALLIDAY, David; RESNICK, Robert;  WALKER, Jearl. Fundamentos de Física: gravitação, ondas e termodinâmica. Vol 2. Rio de Janeiro: LTC, 2006. </a:t>
            </a:r>
            <a:r>
              <a:rPr lang="pt-BR" altLang="pt-BR" dirty="0">
                <a:solidFill>
                  <a:srgbClr val="FF0000"/>
                </a:solidFill>
              </a:rPr>
              <a:t>CAP. 5</a:t>
            </a:r>
          </a:p>
        </p:txBody>
      </p:sp>
    </p:spTree>
    <p:extLst>
      <p:ext uri="{BB962C8B-B14F-4D97-AF65-F5344CB8AC3E}">
        <p14:creationId xmlns:p14="http://schemas.microsoft.com/office/powerpoint/2010/main" val="22272663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:mv="urn:schemas-microsoft-com:mac:vml" xmlns="">
      <mp:transition xmlns:mp="http://schemas.microsoft.com/office/mac/powerpoint/2008/main" spd="slow"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2580640"/>
            <a:ext cx="9144000" cy="282448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1026"/>
          <p:cNvSpPr>
            <a:spLocks noChangeArrowheads="1"/>
          </p:cNvSpPr>
          <p:nvPr/>
        </p:nvSpPr>
        <p:spPr bwMode="auto">
          <a:xfrm>
            <a:off x="1053371" y="3387982"/>
            <a:ext cx="6999247" cy="14595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2075" tIns="46038" rIns="92075" bIns="46038">
            <a:spAutoFit/>
          </a:bodyPr>
          <a:lstStyle/>
          <a:p>
            <a:pPr>
              <a:defRPr/>
            </a:pPr>
            <a:r>
              <a:rPr kumimoji="1" lang="en-US" sz="2000" dirty="0">
                <a:solidFill>
                  <a:schemeClr val="bg1"/>
                </a:solidFill>
                <a:latin typeface="Gotham HTF" pitchFamily="2" charset="0"/>
                <a:cs typeface="Gotham-Bold"/>
              </a:rPr>
              <a:t>Copyright © 2024  Prof. Dr. Nivaldo Zafalon Junior</a:t>
            </a:r>
          </a:p>
          <a:p>
            <a:pPr>
              <a:defRPr/>
            </a:pPr>
            <a:endParaRPr kumimoji="1" lang="en-US" sz="1600" dirty="0">
              <a:solidFill>
                <a:schemeClr val="bg1"/>
              </a:solidFill>
              <a:latin typeface="Gotham-Book"/>
              <a:cs typeface="Gotham-Book"/>
            </a:endParaRPr>
          </a:p>
          <a:p>
            <a:pPr>
              <a:lnSpc>
                <a:spcPct val="110000"/>
              </a:lnSpc>
              <a:defRPr/>
            </a:pPr>
            <a:r>
              <a:rPr kumimoji="1" lang="en-US" sz="1600" dirty="0" err="1">
                <a:solidFill>
                  <a:schemeClr val="bg1"/>
                </a:solidFill>
                <a:latin typeface="Gotham HTF Book" pitchFamily="2" charset="0"/>
                <a:cs typeface="Gotham-Book"/>
              </a:rPr>
              <a:t>Todos</a:t>
            </a:r>
            <a:r>
              <a:rPr kumimoji="1" lang="en-US" sz="1600" dirty="0">
                <a:solidFill>
                  <a:schemeClr val="bg1"/>
                </a:solidFill>
                <a:latin typeface="Gotham HTF Book" pitchFamily="2" charset="0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 HTF Book" pitchFamily="2" charset="0"/>
                <a:cs typeface="Gotham-Book"/>
              </a:rPr>
              <a:t>direitos</a:t>
            </a:r>
            <a:r>
              <a:rPr kumimoji="1" lang="en-US" sz="1600" dirty="0">
                <a:solidFill>
                  <a:schemeClr val="bg1"/>
                </a:solidFill>
                <a:latin typeface="Gotham HTF Book" pitchFamily="2" charset="0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 HTF Book" pitchFamily="2" charset="0"/>
                <a:cs typeface="Gotham-Book"/>
              </a:rPr>
              <a:t>reservados</a:t>
            </a:r>
            <a:r>
              <a:rPr kumimoji="1" lang="en-US" sz="1600" dirty="0">
                <a:solidFill>
                  <a:schemeClr val="bg1"/>
                </a:solidFill>
                <a:latin typeface="Gotham HTF Book" pitchFamily="2" charset="0"/>
                <a:cs typeface="Gotham-Book"/>
              </a:rPr>
              <a:t>. </a:t>
            </a:r>
            <a:r>
              <a:rPr kumimoji="1" lang="en-US" sz="1600" dirty="0" err="1">
                <a:solidFill>
                  <a:schemeClr val="bg1"/>
                </a:solidFill>
                <a:latin typeface="Gotham HTF Book" pitchFamily="2" charset="0"/>
                <a:cs typeface="Gotham-Book"/>
              </a:rPr>
              <a:t>Reprodução</a:t>
            </a:r>
            <a:r>
              <a:rPr kumimoji="1" lang="en-US" sz="1600" dirty="0">
                <a:solidFill>
                  <a:schemeClr val="bg1"/>
                </a:solidFill>
                <a:latin typeface="Gotham HTF Book" pitchFamily="2" charset="0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 HTF Book" pitchFamily="2" charset="0"/>
                <a:cs typeface="Gotham-Book"/>
              </a:rPr>
              <a:t>ou</a:t>
            </a:r>
            <a:r>
              <a:rPr kumimoji="1" lang="en-US" sz="1600" dirty="0">
                <a:solidFill>
                  <a:schemeClr val="bg1"/>
                </a:solidFill>
                <a:latin typeface="Gotham HTF Book" pitchFamily="2" charset="0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 HTF Book" pitchFamily="2" charset="0"/>
                <a:cs typeface="Gotham-Book"/>
              </a:rPr>
              <a:t>divulgação</a:t>
            </a:r>
            <a:r>
              <a:rPr kumimoji="1" lang="en-US" sz="1600" dirty="0">
                <a:solidFill>
                  <a:schemeClr val="bg1"/>
                </a:solidFill>
                <a:latin typeface="Gotham HTF Book" pitchFamily="2" charset="0"/>
                <a:cs typeface="Gotham-Book"/>
              </a:rPr>
              <a:t> total </a:t>
            </a:r>
            <a:r>
              <a:rPr kumimoji="1" lang="en-US" sz="1600" dirty="0" err="1">
                <a:solidFill>
                  <a:schemeClr val="bg1"/>
                </a:solidFill>
                <a:latin typeface="Gotham HTF Book" pitchFamily="2" charset="0"/>
                <a:cs typeface="Gotham-Book"/>
              </a:rPr>
              <a:t>ou</a:t>
            </a:r>
            <a:r>
              <a:rPr kumimoji="1" lang="en-US" sz="1600" dirty="0">
                <a:solidFill>
                  <a:schemeClr val="bg1"/>
                </a:solidFill>
                <a:latin typeface="Gotham HTF Book" pitchFamily="2" charset="0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 HTF Book" pitchFamily="2" charset="0"/>
                <a:cs typeface="Gotham-Book"/>
              </a:rPr>
              <a:t>parcial</a:t>
            </a:r>
            <a:r>
              <a:rPr kumimoji="1" lang="en-US" sz="1600" dirty="0">
                <a:solidFill>
                  <a:schemeClr val="bg1"/>
                </a:solidFill>
                <a:latin typeface="Gotham HTF Book" pitchFamily="2" charset="0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 HTF Book" pitchFamily="2" charset="0"/>
                <a:cs typeface="Gotham-Book"/>
              </a:rPr>
              <a:t>deste</a:t>
            </a:r>
            <a:r>
              <a:rPr kumimoji="1" lang="en-US" sz="1600" dirty="0">
                <a:solidFill>
                  <a:schemeClr val="bg1"/>
                </a:solidFill>
                <a:latin typeface="Gotham HTF Book" pitchFamily="2" charset="0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 HTF Book" pitchFamily="2" charset="0"/>
                <a:cs typeface="Gotham-Book"/>
              </a:rPr>
              <a:t>documento</a:t>
            </a:r>
            <a:r>
              <a:rPr kumimoji="1" lang="en-US" sz="1600" dirty="0">
                <a:solidFill>
                  <a:schemeClr val="bg1"/>
                </a:solidFill>
                <a:latin typeface="Gotham HTF Book" pitchFamily="2" charset="0"/>
                <a:cs typeface="Gotham-Book"/>
              </a:rPr>
              <a:t> é </a:t>
            </a:r>
            <a:r>
              <a:rPr kumimoji="1" lang="en-US" sz="1600" dirty="0" err="1">
                <a:solidFill>
                  <a:schemeClr val="bg1"/>
                </a:solidFill>
                <a:latin typeface="Gotham HTF Book" pitchFamily="2" charset="0"/>
                <a:cs typeface="Gotham-Book"/>
              </a:rPr>
              <a:t>expressamente</a:t>
            </a:r>
            <a:r>
              <a:rPr kumimoji="1" lang="en-US" sz="1600" dirty="0">
                <a:solidFill>
                  <a:schemeClr val="bg1"/>
                </a:solidFill>
                <a:latin typeface="Gotham HTF Book" pitchFamily="2" charset="0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 HTF Book" pitchFamily="2" charset="0"/>
                <a:cs typeface="Gotham-Book"/>
              </a:rPr>
              <a:t>proíbido</a:t>
            </a:r>
            <a:r>
              <a:rPr kumimoji="1" lang="en-US" sz="1600" dirty="0">
                <a:solidFill>
                  <a:schemeClr val="bg1"/>
                </a:solidFill>
                <a:latin typeface="Gotham HTF Book" pitchFamily="2" charset="0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 HTF Book" pitchFamily="2" charset="0"/>
                <a:cs typeface="Gotham-Book"/>
              </a:rPr>
              <a:t>sem</a:t>
            </a:r>
            <a:r>
              <a:rPr kumimoji="1" lang="en-US" sz="1600" dirty="0">
                <a:solidFill>
                  <a:schemeClr val="bg1"/>
                </a:solidFill>
                <a:latin typeface="Gotham HTF Book" pitchFamily="2" charset="0"/>
                <a:cs typeface="Gotham-Book"/>
              </a:rPr>
              <a:t> o </a:t>
            </a:r>
            <a:r>
              <a:rPr kumimoji="1" lang="pt-BR" sz="1600" dirty="0">
                <a:solidFill>
                  <a:schemeClr val="bg1"/>
                </a:solidFill>
                <a:latin typeface="Gotham HTF Book" pitchFamily="2" charset="0"/>
                <a:cs typeface="Gotham-Book"/>
              </a:rPr>
              <a:t>consentimento formal, por escrito,</a:t>
            </a:r>
            <a:r>
              <a:rPr kumimoji="1" lang="en-US" sz="1600" dirty="0">
                <a:solidFill>
                  <a:schemeClr val="bg1"/>
                </a:solidFill>
                <a:latin typeface="Gotham HTF Book" pitchFamily="2" charset="0"/>
                <a:cs typeface="Gotham-Book"/>
              </a:rPr>
              <a:t> do Professor (</a:t>
            </a:r>
            <a:r>
              <a:rPr kumimoji="1" lang="en-US" sz="1600" dirty="0" err="1">
                <a:solidFill>
                  <a:schemeClr val="bg1"/>
                </a:solidFill>
                <a:latin typeface="Gotham HTF Book" pitchFamily="2" charset="0"/>
                <a:cs typeface="Gotham-Book"/>
              </a:rPr>
              <a:t>autor</a:t>
            </a:r>
            <a:r>
              <a:rPr kumimoji="1" lang="en-US" sz="1600" dirty="0">
                <a:solidFill>
                  <a:schemeClr val="bg1"/>
                </a:solidFill>
                <a:latin typeface="Gotham HTF Book" pitchFamily="2" charset="0"/>
                <a:cs typeface="Gotham-Book"/>
              </a:rPr>
              <a:t>).</a:t>
            </a:r>
          </a:p>
        </p:txBody>
      </p:sp>
      <p:sp>
        <p:nvSpPr>
          <p:cNvPr id="5" name="Rectangle 4"/>
          <p:cNvSpPr/>
          <p:nvPr/>
        </p:nvSpPr>
        <p:spPr>
          <a:xfrm>
            <a:off x="747966" y="3342641"/>
            <a:ext cx="72000" cy="1239520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37508" y="333716"/>
            <a:ext cx="975616" cy="2670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95947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:mv="urn:schemas-microsoft-com:mac:vml" xmlns="">
      <mp:transition xmlns:mp="http://schemas.microsoft.com/office/mac/powerpoint/2008/main" spd="slow"/>
    </mc:Fallback>
  </mc:AlternateContent>
</p:sld>
</file>

<file path=ppt/theme/theme1.xml><?xml version="1.0" encoding="utf-8"?>
<a:theme xmlns:a="http://schemas.openxmlformats.org/drawingml/2006/main" name="Default Theme">
  <a:themeElements>
    <a:clrScheme name="Opulento">
      <a:dk1>
        <a:sysClr val="windowText" lastClr="000000"/>
      </a:dk1>
      <a:lt1>
        <a:sysClr val="window" lastClr="FFFFFF"/>
      </a:lt1>
      <a:dk2>
        <a:srgbClr val="B13F9A"/>
      </a:dk2>
      <a:lt2>
        <a:srgbClr val="F4E7ED"/>
      </a:lt2>
      <a:accent1>
        <a:srgbClr val="B83D68"/>
      </a:accent1>
      <a:accent2>
        <a:srgbClr val="AC66BB"/>
      </a:accent2>
      <a:accent3>
        <a:srgbClr val="DE6C36"/>
      </a:accent3>
      <a:accent4>
        <a:srgbClr val="F9B639"/>
      </a:accent4>
      <a:accent5>
        <a:srgbClr val="CF6DA4"/>
      </a:accent5>
      <a:accent6>
        <a:srgbClr val="FA8D3D"/>
      </a:accent6>
      <a:hlink>
        <a:srgbClr val="FFDE66"/>
      </a:hlink>
      <a:folHlink>
        <a:srgbClr val="D490C5"/>
      </a:folHlink>
    </a:clrScheme>
    <a:fontScheme name="Escritório Clássico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Personalizar design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4.xml><?xml version="1.0" encoding="utf-8"?>
<a:theme xmlns:a="http://schemas.openxmlformats.org/drawingml/2006/main" name="2_Personalizar design">
  <a:themeElements>
    <a:clrScheme name="Escritório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Escritório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Personalizar design">
  <a:themeElements>
    <a:clrScheme name="Escritório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Escritório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7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Escritório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Default Theme.thmx</Template>
  <TotalTime>1044</TotalTime>
  <Words>1301</Words>
  <Application>Microsoft Office PowerPoint</Application>
  <PresentationFormat>Apresentação na tela (4:3)</PresentationFormat>
  <Paragraphs>51</Paragraphs>
  <Slides>23</Slides>
  <Notes>7</Notes>
  <HiddenSlides>0</HiddenSlides>
  <MMClips>0</MMClips>
  <ScaleCrop>false</ScaleCrop>
  <HeadingPairs>
    <vt:vector size="8" baseType="variant">
      <vt:variant>
        <vt:lpstr>Fontes usadas</vt:lpstr>
      </vt:variant>
      <vt:variant>
        <vt:i4>7</vt:i4>
      </vt:variant>
      <vt:variant>
        <vt:lpstr>Tema</vt:lpstr>
      </vt:variant>
      <vt:variant>
        <vt:i4>5</vt:i4>
      </vt:variant>
      <vt:variant>
        <vt:lpstr>Servidores OLE inseridos</vt:lpstr>
      </vt:variant>
      <vt:variant>
        <vt:i4>1</vt:i4>
      </vt:variant>
      <vt:variant>
        <vt:lpstr>Títulos de slides</vt:lpstr>
      </vt:variant>
      <vt:variant>
        <vt:i4>23</vt:i4>
      </vt:variant>
    </vt:vector>
  </HeadingPairs>
  <TitlesOfParts>
    <vt:vector size="36" baseType="lpstr">
      <vt:lpstr>Arial</vt:lpstr>
      <vt:lpstr>Calibri</vt:lpstr>
      <vt:lpstr>Gotham HTF</vt:lpstr>
      <vt:lpstr>Gotham HTF Book</vt:lpstr>
      <vt:lpstr>Gotham-Bold</vt:lpstr>
      <vt:lpstr>Gotham-Book</vt:lpstr>
      <vt:lpstr>Wingdings</vt:lpstr>
      <vt:lpstr>Default Theme</vt:lpstr>
      <vt:lpstr>1_Personalizar design</vt:lpstr>
      <vt:lpstr>Office Theme</vt:lpstr>
      <vt:lpstr>2_Personalizar design</vt:lpstr>
      <vt:lpstr>Personalizar design</vt:lpstr>
      <vt:lpstr>Equação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FIAP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Juliana Reyes</dc:creator>
  <cp:lastModifiedBy>Nivaldo Zafalon Junior</cp:lastModifiedBy>
  <cp:revision>216</cp:revision>
  <dcterms:created xsi:type="dcterms:W3CDTF">2015-02-07T21:24:47Z</dcterms:created>
  <dcterms:modified xsi:type="dcterms:W3CDTF">2024-09-16T21:50:28Z</dcterms:modified>
</cp:coreProperties>
</file>