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8"/>
  </p:notesMasterIdLst>
  <p:sldIdLst>
    <p:sldId id="431" r:id="rId5"/>
    <p:sldId id="421" r:id="rId6"/>
    <p:sldId id="372" r:id="rId7"/>
    <p:sldId id="432" r:id="rId8"/>
    <p:sldId id="495" r:id="rId9"/>
    <p:sldId id="492" r:id="rId10"/>
    <p:sldId id="493" r:id="rId11"/>
    <p:sldId id="436" r:id="rId12"/>
    <p:sldId id="497" r:id="rId13"/>
    <p:sldId id="496" r:id="rId14"/>
    <p:sldId id="498" r:id="rId15"/>
    <p:sldId id="265" r:id="rId16"/>
    <p:sldId id="277" r:id="rId17"/>
  </p:sldIdLst>
  <p:sldSz cx="9144000" cy="5143500" type="screen16x9"/>
  <p:notesSz cx="6858000" cy="9144000"/>
  <p:defaultTextStyle>
    <a:defPPr marL="0" marR="0" indent="0" algn="l" defTabSz="342900" rtl="0" fontAlgn="auto" latinLnBrk="1" hangingPunct="0">
      <a:lnSpc>
        <a:spcPct val="100000"/>
      </a:lnSpc>
      <a:spcBef>
        <a:spcPts val="0"/>
      </a:spcBef>
      <a:spcAft>
        <a:spcPts val="0"/>
      </a:spcAft>
      <a:buClrTx/>
      <a:buSzTx/>
      <a:buFontTx/>
      <a:buNone/>
      <a:tabLst/>
      <a:defRPr kumimoji="0" sz="675" b="0" i="0" u="none" strike="noStrike" cap="none" spc="0" normalizeH="0" baseline="0">
        <a:ln>
          <a:noFill/>
        </a:ln>
        <a:solidFill>
          <a:srgbClr val="000000"/>
        </a:solidFill>
        <a:effectLst/>
        <a:uFillTx/>
      </a:defRPr>
    </a:defPPr>
    <a:lvl1pPr marL="0" marR="0" indent="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n-lt"/>
        <a:ea typeface="+mn-ea"/>
        <a:cs typeface="+mn-cs"/>
        <a:sym typeface="Helvetica Light"/>
      </a:defRPr>
    </a:lvl1pPr>
    <a:lvl2pPr marL="0" marR="0" indent="857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n-lt"/>
        <a:ea typeface="+mn-ea"/>
        <a:cs typeface="+mn-cs"/>
        <a:sym typeface="Helvetica Light"/>
      </a:defRPr>
    </a:lvl2pPr>
    <a:lvl3pPr marL="0" marR="0" indent="1714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n-lt"/>
        <a:ea typeface="+mn-ea"/>
        <a:cs typeface="+mn-cs"/>
        <a:sym typeface="Helvetica Light"/>
      </a:defRPr>
    </a:lvl3pPr>
    <a:lvl4pPr marL="0" marR="0" indent="2571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n-lt"/>
        <a:ea typeface="+mn-ea"/>
        <a:cs typeface="+mn-cs"/>
        <a:sym typeface="Helvetica Light"/>
      </a:defRPr>
    </a:lvl4pPr>
    <a:lvl5pPr marL="0" marR="0" indent="3429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n-lt"/>
        <a:ea typeface="+mn-ea"/>
        <a:cs typeface="+mn-cs"/>
        <a:sym typeface="Helvetica Light"/>
      </a:defRPr>
    </a:lvl5pPr>
    <a:lvl6pPr marL="0" marR="0" indent="42862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n-lt"/>
        <a:ea typeface="+mn-ea"/>
        <a:cs typeface="+mn-cs"/>
        <a:sym typeface="Helvetica Light"/>
      </a:defRPr>
    </a:lvl6pPr>
    <a:lvl7pPr marL="0" marR="0" indent="51435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n-lt"/>
        <a:ea typeface="+mn-ea"/>
        <a:cs typeface="+mn-cs"/>
        <a:sym typeface="Helvetica Light"/>
      </a:defRPr>
    </a:lvl7pPr>
    <a:lvl8pPr marL="0" marR="0" indent="600075"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n-lt"/>
        <a:ea typeface="+mn-ea"/>
        <a:cs typeface="+mn-cs"/>
        <a:sym typeface="Helvetica Light"/>
      </a:defRPr>
    </a:lvl8pPr>
    <a:lvl9pPr marL="0" marR="0" indent="685800" algn="ctr" defTabSz="308074" rtl="0" fontAlgn="auto" latinLnBrk="0" hangingPunct="0">
      <a:lnSpc>
        <a:spcPct val="100000"/>
      </a:lnSpc>
      <a:spcBef>
        <a:spcPts val="0"/>
      </a:spcBef>
      <a:spcAft>
        <a:spcPts val="0"/>
      </a:spcAft>
      <a:buClrTx/>
      <a:buSzTx/>
      <a:buFontTx/>
      <a:buNone/>
      <a:tabLst/>
      <a:defRPr kumimoji="0" sz="1875" b="0" i="0" u="none" strike="noStrike" cap="none" spc="0" normalizeH="0" baseline="0">
        <a:ln>
          <a:noFill/>
        </a:ln>
        <a:solidFill>
          <a:srgbClr val="000000"/>
        </a:solidFill>
        <a:effectLst/>
        <a:uFillTx/>
        <a:latin typeface="+mn-lt"/>
        <a:ea typeface="+mn-ea"/>
        <a:cs typeface="+mn-cs"/>
        <a:sym typeface="Helvetica 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1C5A"/>
    <a:srgbClr val="92A3AD"/>
    <a:srgbClr val="232628"/>
    <a:srgbClr val="161717"/>
    <a:srgbClr val="191A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BEE019-827C-45E1-A7BA-1B4098C10EA8}" v="4" dt="2022-05-23T17:37:24.438"/>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16" autoAdjust="0"/>
    <p:restoredTop sz="99869" autoAdjust="0"/>
  </p:normalViewPr>
  <p:slideViewPr>
    <p:cSldViewPr snapToGrid="0" snapToObjects="1">
      <p:cViewPr varScale="1">
        <p:scale>
          <a:sx n="96" d="100"/>
          <a:sy n="96" d="100"/>
        </p:scale>
        <p:origin x="472" y="60"/>
      </p:cViewPr>
      <p:guideLst/>
    </p:cSldViewPr>
  </p:slideViewPr>
  <p:notesTextViewPr>
    <p:cViewPr>
      <p:scale>
        <a:sx n="1" d="1"/>
        <a:sy n="1" d="1"/>
      </p:scale>
      <p:origin x="0" y="0"/>
    </p:cViewPr>
  </p:notesTextViewPr>
  <p:sorterViewPr>
    <p:cViewPr>
      <p:scale>
        <a:sx n="279" d="100"/>
        <a:sy n="279" d="100"/>
      </p:scale>
      <p:origin x="0" y="913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Paul Lima" userId="675506a4-a3f3-45d9-96de-a189ef08f667" providerId="ADAL" clId="{C7BEE019-827C-45E1-A7BA-1B4098C10EA8}"/>
    <pc:docChg chg="undo custSel addSld delSld modSld addMainMaster delMainMaster modMainMaster">
      <pc:chgData name="John Paul Lima" userId="675506a4-a3f3-45d9-96de-a189ef08f667" providerId="ADAL" clId="{C7BEE019-827C-45E1-A7BA-1B4098C10EA8}" dt="2022-05-23T17:38:24.902" v="202" actId="478"/>
      <pc:docMkLst>
        <pc:docMk/>
      </pc:docMkLst>
      <pc:sldChg chg="del">
        <pc:chgData name="John Paul Lima" userId="675506a4-a3f3-45d9-96de-a189ef08f667" providerId="ADAL" clId="{C7BEE019-827C-45E1-A7BA-1B4098C10EA8}" dt="2022-05-23T17:14:14.009" v="0" actId="47"/>
        <pc:sldMkLst>
          <pc:docMk/>
          <pc:sldMk cId="4210586859" sldId="258"/>
        </pc:sldMkLst>
      </pc:sldChg>
      <pc:sldChg chg="modSp mod">
        <pc:chgData name="John Paul Lima" userId="675506a4-a3f3-45d9-96de-a189ef08f667" providerId="ADAL" clId="{C7BEE019-827C-45E1-A7BA-1B4098C10EA8}" dt="2022-05-23T17:37:19.615" v="187" actId="122"/>
        <pc:sldMkLst>
          <pc:docMk/>
          <pc:sldMk cId="621911335" sldId="372"/>
        </pc:sldMkLst>
        <pc:spChg chg="mod">
          <ac:chgData name="John Paul Lima" userId="675506a4-a3f3-45d9-96de-a189ef08f667" providerId="ADAL" clId="{C7BEE019-827C-45E1-A7BA-1B4098C10EA8}" dt="2022-05-23T17:37:19.615" v="187" actId="122"/>
          <ac:spMkLst>
            <pc:docMk/>
            <pc:sldMk cId="621911335" sldId="372"/>
            <ac:spMk id="38" creationId="{6296014A-AD16-164F-904A-7314971EC271}"/>
          </ac:spMkLst>
        </pc:spChg>
      </pc:sldChg>
      <pc:sldChg chg="del">
        <pc:chgData name="John Paul Lima" userId="675506a4-a3f3-45d9-96de-a189ef08f667" providerId="ADAL" clId="{C7BEE019-827C-45E1-A7BA-1B4098C10EA8}" dt="2022-05-23T17:14:14.650" v="1" actId="47"/>
        <pc:sldMkLst>
          <pc:docMk/>
          <pc:sldMk cId="943295534" sldId="417"/>
        </pc:sldMkLst>
      </pc:sldChg>
      <pc:sldChg chg="del">
        <pc:chgData name="John Paul Lima" userId="675506a4-a3f3-45d9-96de-a189ef08f667" providerId="ADAL" clId="{C7BEE019-827C-45E1-A7BA-1B4098C10EA8}" dt="2022-05-23T17:14:15.207" v="2" actId="47"/>
        <pc:sldMkLst>
          <pc:docMk/>
          <pc:sldMk cId="2078532257" sldId="418"/>
        </pc:sldMkLst>
      </pc:sldChg>
      <pc:sldChg chg="del">
        <pc:chgData name="John Paul Lima" userId="675506a4-a3f3-45d9-96de-a189ef08f667" providerId="ADAL" clId="{C7BEE019-827C-45E1-A7BA-1B4098C10EA8}" dt="2022-05-23T17:14:15.915" v="3" actId="47"/>
        <pc:sldMkLst>
          <pc:docMk/>
          <pc:sldMk cId="1026713286" sldId="419"/>
        </pc:sldMkLst>
      </pc:sldChg>
      <pc:sldChg chg="addSp delSp modSp mod modClrScheme chgLayout">
        <pc:chgData name="John Paul Lima" userId="675506a4-a3f3-45d9-96de-a189ef08f667" providerId="ADAL" clId="{C7BEE019-827C-45E1-A7BA-1B4098C10EA8}" dt="2022-05-23T17:38:24.902" v="202" actId="478"/>
        <pc:sldMkLst>
          <pc:docMk/>
          <pc:sldMk cId="1132007078" sldId="431"/>
        </pc:sldMkLst>
        <pc:spChg chg="add del mod ord">
          <ac:chgData name="John Paul Lima" userId="675506a4-a3f3-45d9-96de-a189ef08f667" providerId="ADAL" clId="{C7BEE019-827C-45E1-A7BA-1B4098C10EA8}" dt="2022-05-23T17:38:24.902" v="202" actId="478"/>
          <ac:spMkLst>
            <pc:docMk/>
            <pc:sldMk cId="1132007078" sldId="431"/>
            <ac:spMk id="2" creationId="{C5AA4F0B-83E1-45D5-807D-1D9596D659F4}"/>
          </ac:spMkLst>
        </pc:spChg>
        <pc:picChg chg="mod">
          <ac:chgData name="John Paul Lima" userId="675506a4-a3f3-45d9-96de-a189ef08f667" providerId="ADAL" clId="{C7BEE019-827C-45E1-A7BA-1B4098C10EA8}" dt="2022-05-23T17:38:19.988" v="201" actId="1076"/>
          <ac:picMkLst>
            <pc:docMk/>
            <pc:sldMk cId="1132007078" sldId="431"/>
            <ac:picMk id="6" creationId="{6E16A729-BED8-46B7-B1DE-47120D0A28E2}"/>
          </ac:picMkLst>
        </pc:picChg>
        <pc:picChg chg="del">
          <ac:chgData name="John Paul Lima" userId="675506a4-a3f3-45d9-96de-a189ef08f667" providerId="ADAL" clId="{C7BEE019-827C-45E1-A7BA-1B4098C10EA8}" dt="2022-05-23T17:37:24.438" v="188" actId="478"/>
          <ac:picMkLst>
            <pc:docMk/>
            <pc:sldMk cId="1132007078" sldId="431"/>
            <ac:picMk id="1026" creationId="{5F0B9B6B-606E-49FA-B213-441B1CFD51E8}"/>
          </ac:picMkLst>
        </pc:picChg>
      </pc:sldChg>
      <pc:sldChg chg="modSp mod">
        <pc:chgData name="John Paul Lima" userId="675506a4-a3f3-45d9-96de-a189ef08f667" providerId="ADAL" clId="{C7BEE019-827C-45E1-A7BA-1B4098C10EA8}" dt="2022-05-23T17:37:12.958" v="185" actId="20577"/>
        <pc:sldMkLst>
          <pc:docMk/>
          <pc:sldMk cId="1295314910" sldId="432"/>
        </pc:sldMkLst>
        <pc:spChg chg="mod">
          <ac:chgData name="John Paul Lima" userId="675506a4-a3f3-45d9-96de-a189ef08f667" providerId="ADAL" clId="{C7BEE019-827C-45E1-A7BA-1B4098C10EA8}" dt="2022-05-23T17:37:12.958" v="185" actId="20577"/>
          <ac:spMkLst>
            <pc:docMk/>
            <pc:sldMk cId="1295314910" sldId="432"/>
            <ac:spMk id="6" creationId="{35D49E33-FA1C-4313-943B-9AF246E7C36D}"/>
          </ac:spMkLst>
        </pc:spChg>
        <pc:picChg chg="mod">
          <ac:chgData name="John Paul Lima" userId="675506a4-a3f3-45d9-96de-a189ef08f667" providerId="ADAL" clId="{C7BEE019-827C-45E1-A7BA-1B4098C10EA8}" dt="2022-05-23T17:37:06.271" v="171" actId="1076"/>
          <ac:picMkLst>
            <pc:docMk/>
            <pc:sldMk cId="1295314910" sldId="432"/>
            <ac:picMk id="2050" creationId="{9ADE843A-FC28-4768-A55A-B128D6384F4F}"/>
          </ac:picMkLst>
        </pc:picChg>
      </pc:sldChg>
      <pc:sldChg chg="del">
        <pc:chgData name="John Paul Lima" userId="675506a4-a3f3-45d9-96de-a189ef08f667" providerId="ADAL" clId="{C7BEE019-827C-45E1-A7BA-1B4098C10EA8}" dt="2022-05-23T17:14:26.018" v="5" actId="47"/>
        <pc:sldMkLst>
          <pc:docMk/>
          <pc:sldMk cId="1627385660" sldId="442"/>
        </pc:sldMkLst>
      </pc:sldChg>
      <pc:sldChg chg="del">
        <pc:chgData name="John Paul Lima" userId="675506a4-a3f3-45d9-96de-a189ef08f667" providerId="ADAL" clId="{C7BEE019-827C-45E1-A7BA-1B4098C10EA8}" dt="2022-05-23T17:14:26.521" v="6" actId="47"/>
        <pc:sldMkLst>
          <pc:docMk/>
          <pc:sldMk cId="1509937017" sldId="443"/>
        </pc:sldMkLst>
      </pc:sldChg>
      <pc:sldChg chg="delSp mod">
        <pc:chgData name="John Paul Lima" userId="675506a4-a3f3-45d9-96de-a189ef08f667" providerId="ADAL" clId="{C7BEE019-827C-45E1-A7BA-1B4098C10EA8}" dt="2022-05-23T17:37:02.895" v="169" actId="478"/>
        <pc:sldMkLst>
          <pc:docMk/>
          <pc:sldMk cId="3851773155" sldId="460"/>
        </pc:sldMkLst>
        <pc:picChg chg="del">
          <ac:chgData name="John Paul Lima" userId="675506a4-a3f3-45d9-96de-a189ef08f667" providerId="ADAL" clId="{C7BEE019-827C-45E1-A7BA-1B4098C10EA8}" dt="2022-05-23T17:37:02.895" v="169" actId="478"/>
          <ac:picMkLst>
            <pc:docMk/>
            <pc:sldMk cId="3851773155" sldId="460"/>
            <ac:picMk id="5" creationId="{66B4E2A5-E99C-4AEC-B66F-D640B19178A3}"/>
          </ac:picMkLst>
        </pc:picChg>
      </pc:sldChg>
      <pc:sldChg chg="del">
        <pc:chgData name="John Paul Lima" userId="675506a4-a3f3-45d9-96de-a189ef08f667" providerId="ADAL" clId="{C7BEE019-827C-45E1-A7BA-1B4098C10EA8}" dt="2022-05-23T17:14:25.330" v="4" actId="47"/>
        <pc:sldMkLst>
          <pc:docMk/>
          <pc:sldMk cId="236689571" sldId="461"/>
        </pc:sldMkLst>
      </pc:sldChg>
      <pc:sldChg chg="del">
        <pc:chgData name="John Paul Lima" userId="675506a4-a3f3-45d9-96de-a189ef08f667" providerId="ADAL" clId="{C7BEE019-827C-45E1-A7BA-1B4098C10EA8}" dt="2022-05-23T17:15:19.407" v="14" actId="47"/>
        <pc:sldMkLst>
          <pc:docMk/>
          <pc:sldMk cId="3265439966" sldId="462"/>
        </pc:sldMkLst>
      </pc:sldChg>
      <pc:sldChg chg="modSp mod">
        <pc:chgData name="John Paul Lima" userId="675506a4-a3f3-45d9-96de-a189ef08f667" providerId="ADAL" clId="{C7BEE019-827C-45E1-A7BA-1B4098C10EA8}" dt="2022-05-23T17:15:04.774" v="13" actId="1076"/>
        <pc:sldMkLst>
          <pc:docMk/>
          <pc:sldMk cId="851998104" sldId="493"/>
        </pc:sldMkLst>
        <pc:spChg chg="mod">
          <ac:chgData name="John Paul Lima" userId="675506a4-a3f3-45d9-96de-a189ef08f667" providerId="ADAL" clId="{C7BEE019-827C-45E1-A7BA-1B4098C10EA8}" dt="2022-05-23T17:15:04.774" v="13" actId="1076"/>
          <ac:spMkLst>
            <pc:docMk/>
            <pc:sldMk cId="851998104" sldId="493"/>
            <ac:spMk id="5" creationId="{5279DD2A-01E2-4C8A-8955-3A412274D9C1}"/>
          </ac:spMkLst>
        </pc:spChg>
      </pc:sldChg>
      <pc:sldChg chg="modSp add mod">
        <pc:chgData name="John Paul Lima" userId="675506a4-a3f3-45d9-96de-a189ef08f667" providerId="ADAL" clId="{C7BEE019-827C-45E1-A7BA-1B4098C10EA8}" dt="2022-05-23T17:36:54.902" v="168" actId="20577"/>
        <pc:sldMkLst>
          <pc:docMk/>
          <pc:sldMk cId="3365422439" sldId="494"/>
        </pc:sldMkLst>
        <pc:spChg chg="mod">
          <ac:chgData name="John Paul Lima" userId="675506a4-a3f3-45d9-96de-a189ef08f667" providerId="ADAL" clId="{C7BEE019-827C-45E1-A7BA-1B4098C10EA8}" dt="2022-05-23T17:36:54.902" v="168" actId="20577"/>
          <ac:spMkLst>
            <pc:docMk/>
            <pc:sldMk cId="3365422439" sldId="494"/>
            <ac:spMk id="5" creationId="{5279DD2A-01E2-4C8A-8955-3A412274D9C1}"/>
          </ac:spMkLst>
        </pc:spChg>
      </pc:sldChg>
      <pc:sldMasterChg chg="modSp mod addSldLayout delSldLayout modSldLayout">
        <pc:chgData name="John Paul Lima" userId="675506a4-a3f3-45d9-96de-a189ef08f667" providerId="ADAL" clId="{C7BEE019-827C-45E1-A7BA-1B4098C10EA8}" dt="2022-05-23T17:38:05.235" v="197" actId="2085"/>
        <pc:sldMasterMkLst>
          <pc:docMk/>
          <pc:sldMasterMk cId="0" sldId="2147483648"/>
        </pc:sldMasterMkLst>
        <pc:spChg chg="mod">
          <ac:chgData name="John Paul Lima" userId="675506a4-a3f3-45d9-96de-a189ef08f667" providerId="ADAL" clId="{C7BEE019-827C-45E1-A7BA-1B4098C10EA8}" dt="2022-05-23T17:15:38.215" v="20" actId="20577"/>
          <ac:spMkLst>
            <pc:docMk/>
            <pc:sldMasterMk cId="0" sldId="2147483648"/>
            <ac:spMk id="14" creationId="{901F312E-35DC-9246-B6BE-D7E6D083AC42}"/>
          </ac:spMkLst>
        </pc:spChg>
        <pc:sldLayoutChg chg="addSp modSp new mod">
          <pc:chgData name="John Paul Lima" userId="675506a4-a3f3-45d9-96de-a189ef08f667" providerId="ADAL" clId="{C7BEE019-827C-45E1-A7BA-1B4098C10EA8}" dt="2022-05-23T17:38:05.235" v="197" actId="2085"/>
          <pc:sldLayoutMkLst>
            <pc:docMk/>
            <pc:sldMasterMk cId="0" sldId="2147483648"/>
            <pc:sldLayoutMk cId="136226527" sldId="2147483689"/>
          </pc:sldLayoutMkLst>
          <pc:spChg chg="add mod">
            <ac:chgData name="John Paul Lima" userId="675506a4-a3f3-45d9-96de-a189ef08f667" providerId="ADAL" clId="{C7BEE019-827C-45E1-A7BA-1B4098C10EA8}" dt="2022-05-23T17:38:05.235" v="197" actId="2085"/>
            <ac:spMkLst>
              <pc:docMk/>
              <pc:sldMasterMk cId="0" sldId="2147483648"/>
              <pc:sldLayoutMk cId="136226527" sldId="2147483689"/>
              <ac:spMk id="4" creationId="{D41869C0-EFED-8DF4-859E-44245CB6D240}"/>
            </ac:spMkLst>
          </pc:spChg>
        </pc:sldLayoutChg>
        <pc:sldLayoutChg chg="del">
          <pc:chgData name="John Paul Lima" userId="675506a4-a3f3-45d9-96de-a189ef08f667" providerId="ADAL" clId="{C7BEE019-827C-45E1-A7BA-1B4098C10EA8}" dt="2022-05-23T17:14:15.915" v="3" actId="47"/>
          <pc:sldLayoutMkLst>
            <pc:docMk/>
            <pc:sldMasterMk cId="0" sldId="2147483648"/>
            <pc:sldLayoutMk cId="1249242510" sldId="2147483689"/>
          </pc:sldLayoutMkLst>
        </pc:sldLayoutChg>
      </pc:sldMasterChg>
      <pc:sldMasterChg chg="new del mod addSldLayout delSldLayout">
        <pc:chgData name="John Paul Lima" userId="675506a4-a3f3-45d9-96de-a189ef08f667" providerId="ADAL" clId="{C7BEE019-827C-45E1-A7BA-1B4098C10EA8}" dt="2022-05-23T17:37:46.721" v="193" actId="6938"/>
        <pc:sldMasterMkLst>
          <pc:docMk/>
          <pc:sldMasterMk cId="4048800430" sldId="2147483689"/>
        </pc:sldMasterMkLst>
        <pc:sldLayoutChg chg="new del replId">
          <pc:chgData name="John Paul Lima" userId="675506a4-a3f3-45d9-96de-a189ef08f667" providerId="ADAL" clId="{C7BEE019-827C-45E1-A7BA-1B4098C10EA8}" dt="2022-05-23T17:37:46.721" v="193" actId="6938"/>
          <pc:sldLayoutMkLst>
            <pc:docMk/>
            <pc:sldMasterMk cId="4048800430" sldId="2147483689"/>
            <pc:sldLayoutMk cId="2965835391" sldId="2147483690"/>
          </pc:sldLayoutMkLst>
        </pc:sldLayoutChg>
        <pc:sldLayoutChg chg="new del replId">
          <pc:chgData name="John Paul Lima" userId="675506a4-a3f3-45d9-96de-a189ef08f667" providerId="ADAL" clId="{C7BEE019-827C-45E1-A7BA-1B4098C10EA8}" dt="2022-05-23T17:37:46.721" v="193" actId="6938"/>
          <pc:sldLayoutMkLst>
            <pc:docMk/>
            <pc:sldMasterMk cId="4048800430" sldId="2147483689"/>
            <pc:sldLayoutMk cId="152698453" sldId="2147483691"/>
          </pc:sldLayoutMkLst>
        </pc:sldLayoutChg>
        <pc:sldLayoutChg chg="new del replId">
          <pc:chgData name="John Paul Lima" userId="675506a4-a3f3-45d9-96de-a189ef08f667" providerId="ADAL" clId="{C7BEE019-827C-45E1-A7BA-1B4098C10EA8}" dt="2022-05-23T17:37:46.721" v="193" actId="6938"/>
          <pc:sldLayoutMkLst>
            <pc:docMk/>
            <pc:sldMasterMk cId="4048800430" sldId="2147483689"/>
            <pc:sldLayoutMk cId="1590537972" sldId="2147483692"/>
          </pc:sldLayoutMkLst>
        </pc:sldLayoutChg>
        <pc:sldLayoutChg chg="new del replId">
          <pc:chgData name="John Paul Lima" userId="675506a4-a3f3-45d9-96de-a189ef08f667" providerId="ADAL" clId="{C7BEE019-827C-45E1-A7BA-1B4098C10EA8}" dt="2022-05-23T17:37:46.721" v="193" actId="6938"/>
          <pc:sldLayoutMkLst>
            <pc:docMk/>
            <pc:sldMasterMk cId="4048800430" sldId="2147483689"/>
            <pc:sldLayoutMk cId="3047882102" sldId="2147483693"/>
          </pc:sldLayoutMkLst>
        </pc:sldLayoutChg>
        <pc:sldLayoutChg chg="new del replId">
          <pc:chgData name="John Paul Lima" userId="675506a4-a3f3-45d9-96de-a189ef08f667" providerId="ADAL" clId="{C7BEE019-827C-45E1-A7BA-1B4098C10EA8}" dt="2022-05-23T17:37:46.721" v="193" actId="6938"/>
          <pc:sldLayoutMkLst>
            <pc:docMk/>
            <pc:sldMasterMk cId="4048800430" sldId="2147483689"/>
            <pc:sldLayoutMk cId="3694008348" sldId="2147483694"/>
          </pc:sldLayoutMkLst>
        </pc:sldLayoutChg>
        <pc:sldLayoutChg chg="new del replId">
          <pc:chgData name="John Paul Lima" userId="675506a4-a3f3-45d9-96de-a189ef08f667" providerId="ADAL" clId="{C7BEE019-827C-45E1-A7BA-1B4098C10EA8}" dt="2022-05-23T17:37:46.721" v="193" actId="6938"/>
          <pc:sldLayoutMkLst>
            <pc:docMk/>
            <pc:sldMasterMk cId="4048800430" sldId="2147483689"/>
            <pc:sldLayoutMk cId="643484616" sldId="2147483695"/>
          </pc:sldLayoutMkLst>
        </pc:sldLayoutChg>
        <pc:sldLayoutChg chg="new del replId">
          <pc:chgData name="John Paul Lima" userId="675506a4-a3f3-45d9-96de-a189ef08f667" providerId="ADAL" clId="{C7BEE019-827C-45E1-A7BA-1B4098C10EA8}" dt="2022-05-23T17:37:46.721" v="193" actId="6938"/>
          <pc:sldLayoutMkLst>
            <pc:docMk/>
            <pc:sldMasterMk cId="4048800430" sldId="2147483689"/>
            <pc:sldLayoutMk cId="3476287912" sldId="2147483696"/>
          </pc:sldLayoutMkLst>
        </pc:sldLayoutChg>
        <pc:sldLayoutChg chg="new del replId">
          <pc:chgData name="John Paul Lima" userId="675506a4-a3f3-45d9-96de-a189ef08f667" providerId="ADAL" clId="{C7BEE019-827C-45E1-A7BA-1B4098C10EA8}" dt="2022-05-23T17:37:46.721" v="193" actId="6938"/>
          <pc:sldLayoutMkLst>
            <pc:docMk/>
            <pc:sldMasterMk cId="4048800430" sldId="2147483689"/>
            <pc:sldLayoutMk cId="2178934971" sldId="2147483697"/>
          </pc:sldLayoutMkLst>
        </pc:sldLayoutChg>
        <pc:sldLayoutChg chg="new del replId">
          <pc:chgData name="John Paul Lima" userId="675506a4-a3f3-45d9-96de-a189ef08f667" providerId="ADAL" clId="{C7BEE019-827C-45E1-A7BA-1B4098C10EA8}" dt="2022-05-23T17:37:46.721" v="193" actId="6938"/>
          <pc:sldLayoutMkLst>
            <pc:docMk/>
            <pc:sldMasterMk cId="4048800430" sldId="2147483689"/>
            <pc:sldLayoutMk cId="3793466230" sldId="2147483698"/>
          </pc:sldLayoutMkLst>
        </pc:sldLayoutChg>
        <pc:sldLayoutChg chg="new del replId">
          <pc:chgData name="John Paul Lima" userId="675506a4-a3f3-45d9-96de-a189ef08f667" providerId="ADAL" clId="{C7BEE019-827C-45E1-A7BA-1B4098C10EA8}" dt="2022-05-23T17:37:46.721" v="193" actId="6938"/>
          <pc:sldLayoutMkLst>
            <pc:docMk/>
            <pc:sldMasterMk cId="4048800430" sldId="2147483689"/>
            <pc:sldLayoutMk cId="2959130884" sldId="2147483699"/>
          </pc:sldLayoutMkLst>
        </pc:sldLayoutChg>
        <pc:sldLayoutChg chg="new del replId">
          <pc:chgData name="John Paul Lima" userId="675506a4-a3f3-45d9-96de-a189ef08f667" providerId="ADAL" clId="{C7BEE019-827C-45E1-A7BA-1B4098C10EA8}" dt="2022-05-23T17:37:46.721" v="193" actId="6938"/>
          <pc:sldLayoutMkLst>
            <pc:docMk/>
            <pc:sldMasterMk cId="4048800430" sldId="2147483689"/>
            <pc:sldLayoutMk cId="716819905" sldId="214748370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77" name="Shape 377"/>
          <p:cNvSpPr>
            <a:spLocks noGrp="1" noRot="1" noChangeAspect="1"/>
          </p:cNvSpPr>
          <p:nvPr>
            <p:ph type="sldImg"/>
          </p:nvPr>
        </p:nvSpPr>
        <p:spPr>
          <a:xfrm>
            <a:off x="381000" y="685800"/>
            <a:ext cx="6096000" cy="3429000"/>
          </a:xfrm>
          <a:prstGeom prst="rect">
            <a:avLst/>
          </a:prstGeom>
        </p:spPr>
        <p:txBody>
          <a:bodyPr/>
          <a:lstStyle/>
          <a:p>
            <a:endParaRPr/>
          </a:p>
        </p:txBody>
      </p:sp>
      <p:sp>
        <p:nvSpPr>
          <p:cNvPr id="378" name="Shape 378"/>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349337201"/>
      </p:ext>
    </p:extLst>
  </p:cSld>
  <p:clrMap bg1="lt1" tx1="dk1" bg2="lt2" tx2="dk2" accent1="accent1" accent2="accent2" accent3="accent3" accent4="accent4" accent5="accent5" accent6="accent6" hlink="hlink" folHlink="folHlink"/>
  <p:notesStyle>
    <a:lvl1pPr defTabSz="171450" latinLnBrk="0">
      <a:lnSpc>
        <a:spcPct val="117999"/>
      </a:lnSpc>
      <a:defRPr sz="825">
        <a:latin typeface="Helvetica Neue"/>
        <a:ea typeface="Helvetica Neue"/>
        <a:cs typeface="Helvetica Neue"/>
        <a:sym typeface="Helvetica Neue"/>
      </a:defRPr>
    </a:lvl1pPr>
    <a:lvl2pPr indent="85725" defTabSz="171450" latinLnBrk="0">
      <a:lnSpc>
        <a:spcPct val="117999"/>
      </a:lnSpc>
      <a:defRPr sz="825">
        <a:latin typeface="Helvetica Neue"/>
        <a:ea typeface="Helvetica Neue"/>
        <a:cs typeface="Helvetica Neue"/>
        <a:sym typeface="Helvetica Neue"/>
      </a:defRPr>
    </a:lvl2pPr>
    <a:lvl3pPr indent="171450" defTabSz="171450" latinLnBrk="0">
      <a:lnSpc>
        <a:spcPct val="117999"/>
      </a:lnSpc>
      <a:defRPr sz="825">
        <a:latin typeface="Helvetica Neue"/>
        <a:ea typeface="Helvetica Neue"/>
        <a:cs typeface="Helvetica Neue"/>
        <a:sym typeface="Helvetica Neue"/>
      </a:defRPr>
    </a:lvl3pPr>
    <a:lvl4pPr indent="257175" defTabSz="171450" latinLnBrk="0">
      <a:lnSpc>
        <a:spcPct val="117999"/>
      </a:lnSpc>
      <a:defRPr sz="825">
        <a:latin typeface="Helvetica Neue"/>
        <a:ea typeface="Helvetica Neue"/>
        <a:cs typeface="Helvetica Neue"/>
        <a:sym typeface="Helvetica Neue"/>
      </a:defRPr>
    </a:lvl4pPr>
    <a:lvl5pPr indent="342900" defTabSz="171450" latinLnBrk="0">
      <a:lnSpc>
        <a:spcPct val="117999"/>
      </a:lnSpc>
      <a:defRPr sz="825">
        <a:latin typeface="Helvetica Neue"/>
        <a:ea typeface="Helvetica Neue"/>
        <a:cs typeface="Helvetica Neue"/>
        <a:sym typeface="Helvetica Neue"/>
      </a:defRPr>
    </a:lvl5pPr>
    <a:lvl6pPr indent="428625" defTabSz="171450" latinLnBrk="0">
      <a:lnSpc>
        <a:spcPct val="117999"/>
      </a:lnSpc>
      <a:defRPr sz="825">
        <a:latin typeface="Helvetica Neue"/>
        <a:ea typeface="Helvetica Neue"/>
        <a:cs typeface="Helvetica Neue"/>
        <a:sym typeface="Helvetica Neue"/>
      </a:defRPr>
    </a:lvl6pPr>
    <a:lvl7pPr indent="514350" defTabSz="171450" latinLnBrk="0">
      <a:lnSpc>
        <a:spcPct val="117999"/>
      </a:lnSpc>
      <a:defRPr sz="825">
        <a:latin typeface="Helvetica Neue"/>
        <a:ea typeface="Helvetica Neue"/>
        <a:cs typeface="Helvetica Neue"/>
        <a:sym typeface="Helvetica Neue"/>
      </a:defRPr>
    </a:lvl7pPr>
    <a:lvl8pPr indent="600075" defTabSz="171450" latinLnBrk="0">
      <a:lnSpc>
        <a:spcPct val="117999"/>
      </a:lnSpc>
      <a:defRPr sz="825">
        <a:latin typeface="Helvetica Neue"/>
        <a:ea typeface="Helvetica Neue"/>
        <a:cs typeface="Helvetica Neue"/>
        <a:sym typeface="Helvetica Neue"/>
      </a:defRPr>
    </a:lvl8pPr>
    <a:lvl9pPr indent="685800" defTabSz="171450" latinLnBrk="0">
      <a:lnSpc>
        <a:spcPct val="117999"/>
      </a:lnSpc>
      <a:defRPr sz="825">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12C55BD2-FBEE-2B43-BCA3-95F743A4C724}" type="slidenum">
              <a:rPr lang="en-US" smtClean="0"/>
              <a:t>13</a:t>
            </a:fld>
            <a:endParaRPr lang="en-US"/>
          </a:p>
        </p:txBody>
      </p:sp>
    </p:spTree>
    <p:extLst>
      <p:ext uri="{BB962C8B-B14F-4D97-AF65-F5344CB8AC3E}">
        <p14:creationId xmlns:p14="http://schemas.microsoft.com/office/powerpoint/2010/main" val="40766338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ítulo - Superior">
    <p:spTree>
      <p:nvGrpSpPr>
        <p:cNvPr id="1" name=""/>
        <p:cNvGrpSpPr/>
        <p:nvPr/>
      </p:nvGrpSpPr>
      <p:grpSpPr>
        <a:xfrm>
          <a:off x="0" y="0"/>
          <a:ext cx="0" cy="0"/>
          <a:chOff x="0" y="0"/>
          <a:chExt cx="0" cy="0"/>
        </a:xfrm>
      </p:grpSpPr>
      <p:sp>
        <p:nvSpPr>
          <p:cNvPr id="48" name="Texto do Título"/>
          <p:cNvSpPr txBox="1">
            <a:spLocks noGrp="1"/>
          </p:cNvSpPr>
          <p:nvPr>
            <p:ph type="title"/>
          </p:nvPr>
        </p:nvSpPr>
        <p:spPr>
          <a:xfrm>
            <a:off x="1645295" y="234404"/>
            <a:ext cx="5853410" cy="721415"/>
          </a:xfrm>
          <a:prstGeom prst="rect">
            <a:avLst/>
          </a:prstGeom>
        </p:spPr>
        <p:txBody>
          <a:bodyPr/>
          <a:lstStyle>
            <a:lvl1pPr>
              <a:defRPr sz="2800">
                <a:solidFill>
                  <a:srgbClr val="ED1C5A"/>
                </a:solidFill>
                <a:latin typeface="Gotham HTF Book" pitchFamily="50" charset="0"/>
              </a:defRPr>
            </a:lvl1pPr>
          </a:lstStyle>
          <a:p>
            <a:r>
              <a:rPr dirty="0" err="1"/>
              <a:t>Texto</a:t>
            </a:r>
            <a:r>
              <a:rPr dirty="0"/>
              <a:t> do </a:t>
            </a:r>
            <a:r>
              <a:rPr dirty="0" err="1"/>
              <a:t>Título</a:t>
            </a:r>
            <a:endParaRPr dirty="0"/>
          </a:p>
        </p:txBody>
      </p:sp>
      <p:sp>
        <p:nvSpPr>
          <p:cNvPr id="49" name="Número do Slide"/>
          <p:cNvSpPr txBox="1">
            <a:spLocks noGrp="1"/>
          </p:cNvSpPr>
          <p:nvPr>
            <p:ph type="sldNum" sz="quarter" idx="2"/>
          </p:nvPr>
        </p:nvSpPr>
        <p:spPr>
          <a:prstGeom prst="rect">
            <a:avLst/>
          </a:prstGeom>
        </p:spPr>
        <p:txBody>
          <a:bodyPr/>
          <a:lstStyle/>
          <a:p>
            <a:fld id="{86CB4B4D-7CA3-9044-876B-883B54F8677D}" type="slidenum">
              <a:t>‹nº›</a:t>
            </a:fld>
            <a:endParaRPr/>
          </a:p>
        </p:txBody>
      </p:sp>
      <p:grpSp>
        <p:nvGrpSpPr>
          <p:cNvPr id="4" name="Group 5">
            <a:extLst>
              <a:ext uri="{FF2B5EF4-FFF2-40B4-BE49-F238E27FC236}">
                <a16:creationId xmlns:a16="http://schemas.microsoft.com/office/drawing/2014/main" id="{A8A07F75-77A1-4DB3-81B7-126438ED4E2D}"/>
              </a:ext>
            </a:extLst>
          </p:cNvPr>
          <p:cNvGrpSpPr/>
          <p:nvPr userDrawn="1"/>
        </p:nvGrpSpPr>
        <p:grpSpPr>
          <a:xfrm>
            <a:off x="206087" y="237648"/>
            <a:ext cx="8742460" cy="4697041"/>
            <a:chOff x="206087" y="237647"/>
            <a:chExt cx="8742460" cy="4697041"/>
          </a:xfrm>
        </p:grpSpPr>
        <p:pic>
          <p:nvPicPr>
            <p:cNvPr id="5" name="Picture 6">
              <a:extLst>
                <a:ext uri="{FF2B5EF4-FFF2-40B4-BE49-F238E27FC236}">
                  <a16:creationId xmlns:a16="http://schemas.microsoft.com/office/drawing/2014/main" id="{9BCB0FE8-EE2E-4F9F-9C44-6EC4E56CD4DD}"/>
                </a:ext>
              </a:extLst>
            </p:cNvPr>
            <p:cNvPicPr>
              <a:picLocks noChangeAspect="1"/>
            </p:cNvPicPr>
            <p:nvPr/>
          </p:nvPicPr>
          <p:blipFill>
            <a:blip r:embed="rId2"/>
            <a:stretch>
              <a:fillRect/>
            </a:stretch>
          </p:blipFill>
          <p:spPr>
            <a:xfrm rot="10800000">
              <a:off x="206087" y="237647"/>
              <a:ext cx="2490655" cy="2180268"/>
            </a:xfrm>
            <a:prstGeom prst="rect">
              <a:avLst/>
            </a:prstGeom>
          </p:spPr>
        </p:pic>
        <p:pic>
          <p:nvPicPr>
            <p:cNvPr id="6" name="Picture 7">
              <a:extLst>
                <a:ext uri="{FF2B5EF4-FFF2-40B4-BE49-F238E27FC236}">
                  <a16:creationId xmlns:a16="http://schemas.microsoft.com/office/drawing/2014/main" id="{8588ECBD-E43E-4579-A31B-14C29CDADCF3}"/>
                </a:ext>
              </a:extLst>
            </p:cNvPr>
            <p:cNvPicPr>
              <a:picLocks noChangeAspect="1"/>
            </p:cNvPicPr>
            <p:nvPr/>
          </p:nvPicPr>
          <p:blipFill>
            <a:blip r:embed="rId3"/>
            <a:stretch>
              <a:fillRect/>
            </a:stretch>
          </p:blipFill>
          <p:spPr>
            <a:xfrm rot="10800000">
              <a:off x="7621427" y="2983676"/>
              <a:ext cx="1327120" cy="1951012"/>
            </a:xfrm>
            <a:prstGeom prst="rect">
              <a:avLst/>
            </a:prstGeom>
          </p:spPr>
        </p:pic>
      </p:gr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ítulo e Subtítulo">
    <p:spTree>
      <p:nvGrpSpPr>
        <p:cNvPr id="1" name=""/>
        <p:cNvGrpSpPr/>
        <p:nvPr/>
      </p:nvGrpSpPr>
      <p:grpSpPr>
        <a:xfrm>
          <a:off x="0" y="0"/>
          <a:ext cx="0" cy="0"/>
          <a:chOff x="0" y="0"/>
          <a:chExt cx="0" cy="0"/>
        </a:xfrm>
      </p:grpSpPr>
      <p:sp>
        <p:nvSpPr>
          <p:cNvPr id="11" name="Texto do Título"/>
          <p:cNvSpPr txBox="1">
            <a:spLocks noGrp="1"/>
          </p:cNvSpPr>
          <p:nvPr>
            <p:ph type="title"/>
          </p:nvPr>
        </p:nvSpPr>
        <p:spPr>
          <a:xfrm>
            <a:off x="1812727" y="863947"/>
            <a:ext cx="5518547" cy="1741289"/>
          </a:xfrm>
          <a:prstGeom prst="rect">
            <a:avLst/>
          </a:prstGeom>
        </p:spPr>
        <p:txBody>
          <a:bodyPr anchor="b"/>
          <a:lstStyle>
            <a:lvl1pPr>
              <a:defRPr>
                <a:solidFill>
                  <a:srgbClr val="ED1C5A"/>
                </a:solidFill>
                <a:latin typeface="Gotham HTF Book" pitchFamily="50" charset="0"/>
              </a:defRPr>
            </a:lvl1pPr>
          </a:lstStyle>
          <a:p>
            <a:r>
              <a:rPr dirty="0" err="1"/>
              <a:t>Texto</a:t>
            </a:r>
            <a:r>
              <a:rPr dirty="0"/>
              <a:t> do </a:t>
            </a:r>
            <a:r>
              <a:rPr dirty="0" err="1"/>
              <a:t>Título</a:t>
            </a:r>
            <a:endParaRPr dirty="0"/>
          </a:p>
        </p:txBody>
      </p:sp>
      <p:sp>
        <p:nvSpPr>
          <p:cNvPr id="12" name="Nível de Corpo Um…"/>
          <p:cNvSpPr txBox="1">
            <a:spLocks noGrp="1"/>
          </p:cNvSpPr>
          <p:nvPr>
            <p:ph type="body" sz="quarter" idx="1"/>
          </p:nvPr>
        </p:nvSpPr>
        <p:spPr>
          <a:xfrm>
            <a:off x="1812727" y="2652117"/>
            <a:ext cx="5518547" cy="1627436"/>
          </a:xfrm>
          <a:prstGeom prst="rect">
            <a:avLst/>
          </a:prstGeom>
        </p:spPr>
        <p:txBody>
          <a:bodyPr anchor="t"/>
          <a:lstStyle>
            <a:lvl1pPr marL="0" indent="0" algn="ctr">
              <a:spcBef>
                <a:spcPts val="0"/>
              </a:spcBef>
              <a:buSzTx/>
              <a:buNone/>
              <a:defRPr sz="1400">
                <a:solidFill>
                  <a:srgbClr val="92A3AD"/>
                </a:solidFill>
                <a:latin typeface="Gotham HTF Book" pitchFamily="50" charset="0"/>
              </a:defRPr>
            </a:lvl1pPr>
            <a:lvl2pPr marL="0" indent="85725" algn="ctr">
              <a:spcBef>
                <a:spcPts val="0"/>
              </a:spcBef>
              <a:buSzTx/>
              <a:buNone/>
              <a:defRPr sz="1400">
                <a:solidFill>
                  <a:srgbClr val="92A3AD"/>
                </a:solidFill>
                <a:latin typeface="Gotham HTF Book" pitchFamily="50" charset="0"/>
              </a:defRPr>
            </a:lvl2pPr>
            <a:lvl3pPr marL="0" indent="171450" algn="ctr">
              <a:spcBef>
                <a:spcPts val="0"/>
              </a:spcBef>
              <a:buSzTx/>
              <a:buNone/>
              <a:defRPr sz="1400">
                <a:solidFill>
                  <a:srgbClr val="92A3AD"/>
                </a:solidFill>
                <a:latin typeface="Gotham HTF Book" pitchFamily="50" charset="0"/>
              </a:defRPr>
            </a:lvl3pPr>
            <a:lvl4pPr marL="0" indent="257175" algn="ctr">
              <a:spcBef>
                <a:spcPts val="0"/>
              </a:spcBef>
              <a:buSzTx/>
              <a:buNone/>
              <a:defRPr sz="1400">
                <a:solidFill>
                  <a:srgbClr val="92A3AD"/>
                </a:solidFill>
                <a:latin typeface="Gotham HTF Book" pitchFamily="50" charset="0"/>
              </a:defRPr>
            </a:lvl4pPr>
            <a:lvl5pPr marL="0" indent="342900" algn="ctr">
              <a:spcBef>
                <a:spcPts val="0"/>
              </a:spcBef>
              <a:buSzTx/>
              <a:buNone/>
              <a:defRPr sz="1400">
                <a:solidFill>
                  <a:srgbClr val="92A3AD"/>
                </a:solidFill>
                <a:latin typeface="Gotham HTF Book" pitchFamily="50" charset="0"/>
              </a:defRPr>
            </a:lvl5pPr>
          </a:lstStyle>
          <a:p>
            <a:r>
              <a:rPr dirty="0" err="1"/>
              <a:t>Nível</a:t>
            </a:r>
            <a:r>
              <a:rPr dirty="0"/>
              <a:t> de </a:t>
            </a:r>
            <a:r>
              <a:rPr dirty="0" err="1"/>
              <a:t>Corpo</a:t>
            </a:r>
            <a:r>
              <a:rPr dirty="0"/>
              <a:t> Um</a:t>
            </a:r>
          </a:p>
          <a:p>
            <a:pPr lvl="1"/>
            <a:r>
              <a:rPr dirty="0" err="1"/>
              <a:t>Nível</a:t>
            </a:r>
            <a:r>
              <a:rPr dirty="0"/>
              <a:t> de </a:t>
            </a:r>
            <a:r>
              <a:rPr dirty="0" err="1"/>
              <a:t>Corpo</a:t>
            </a:r>
            <a:r>
              <a:rPr dirty="0"/>
              <a:t> </a:t>
            </a:r>
            <a:r>
              <a:rPr dirty="0" err="1"/>
              <a:t>Dois</a:t>
            </a:r>
            <a:endParaRPr dirty="0"/>
          </a:p>
          <a:p>
            <a:pPr lvl="2"/>
            <a:r>
              <a:rPr dirty="0" err="1"/>
              <a:t>Nível</a:t>
            </a:r>
            <a:r>
              <a:rPr dirty="0"/>
              <a:t> de </a:t>
            </a:r>
            <a:r>
              <a:rPr dirty="0" err="1"/>
              <a:t>Corpo</a:t>
            </a:r>
            <a:r>
              <a:rPr dirty="0"/>
              <a:t> </a:t>
            </a:r>
            <a:r>
              <a:rPr dirty="0" err="1"/>
              <a:t>Três</a:t>
            </a:r>
            <a:endParaRPr dirty="0"/>
          </a:p>
          <a:p>
            <a:pPr lvl="3"/>
            <a:r>
              <a:rPr dirty="0" err="1"/>
              <a:t>Nível</a:t>
            </a:r>
            <a:r>
              <a:rPr dirty="0"/>
              <a:t> de </a:t>
            </a:r>
            <a:r>
              <a:rPr dirty="0" err="1"/>
              <a:t>Corpo</a:t>
            </a:r>
            <a:r>
              <a:rPr dirty="0"/>
              <a:t> Quatro</a:t>
            </a:r>
          </a:p>
          <a:p>
            <a:pPr lvl="4"/>
            <a:r>
              <a:rPr dirty="0" err="1"/>
              <a:t>Nível</a:t>
            </a:r>
            <a:r>
              <a:rPr dirty="0"/>
              <a:t> de </a:t>
            </a:r>
            <a:r>
              <a:rPr dirty="0" err="1"/>
              <a:t>Corpo</a:t>
            </a:r>
            <a:r>
              <a:rPr dirty="0"/>
              <a:t> Cinco</a:t>
            </a:r>
          </a:p>
        </p:txBody>
      </p:sp>
      <p:sp>
        <p:nvSpPr>
          <p:cNvPr id="13" name="Número do Slide"/>
          <p:cNvSpPr txBox="1">
            <a:spLocks noGrp="1"/>
          </p:cNvSpPr>
          <p:nvPr>
            <p:ph type="sldNum" sz="quarter" idx="2"/>
          </p:nvPr>
        </p:nvSpPr>
        <p:spPr>
          <a:prstGeom prst="rect">
            <a:avLst/>
          </a:prstGeom>
        </p:spPr>
        <p:txBody>
          <a:bodyPr/>
          <a:lstStyle/>
          <a:p>
            <a:fld id="{86CB4B4D-7CA3-9044-876B-883B54F8677D}" type="slidenum">
              <a:t>‹nº›</a:t>
            </a:fld>
            <a:endParaRPr/>
          </a:p>
        </p:txBody>
      </p:sp>
      <p:grpSp>
        <p:nvGrpSpPr>
          <p:cNvPr id="5" name="Group 5">
            <a:extLst>
              <a:ext uri="{FF2B5EF4-FFF2-40B4-BE49-F238E27FC236}">
                <a16:creationId xmlns:a16="http://schemas.microsoft.com/office/drawing/2014/main" id="{C19A9F8F-1759-4D55-A848-19865BA60095}"/>
              </a:ext>
            </a:extLst>
          </p:cNvPr>
          <p:cNvGrpSpPr/>
          <p:nvPr userDrawn="1"/>
        </p:nvGrpSpPr>
        <p:grpSpPr>
          <a:xfrm>
            <a:off x="206087" y="237648"/>
            <a:ext cx="8742460" cy="4697041"/>
            <a:chOff x="206087" y="237647"/>
            <a:chExt cx="8742460" cy="4697041"/>
          </a:xfrm>
        </p:grpSpPr>
        <p:pic>
          <p:nvPicPr>
            <p:cNvPr id="6" name="Picture 6">
              <a:extLst>
                <a:ext uri="{FF2B5EF4-FFF2-40B4-BE49-F238E27FC236}">
                  <a16:creationId xmlns:a16="http://schemas.microsoft.com/office/drawing/2014/main" id="{109D9690-68BC-4DAA-950C-15577A390160}"/>
                </a:ext>
              </a:extLst>
            </p:cNvPr>
            <p:cNvPicPr>
              <a:picLocks noChangeAspect="1"/>
            </p:cNvPicPr>
            <p:nvPr/>
          </p:nvPicPr>
          <p:blipFill>
            <a:blip r:embed="rId2"/>
            <a:stretch>
              <a:fillRect/>
            </a:stretch>
          </p:blipFill>
          <p:spPr>
            <a:xfrm rot="10800000">
              <a:off x="206087" y="237647"/>
              <a:ext cx="2490655" cy="2180268"/>
            </a:xfrm>
            <a:prstGeom prst="rect">
              <a:avLst/>
            </a:prstGeom>
          </p:spPr>
        </p:pic>
        <p:pic>
          <p:nvPicPr>
            <p:cNvPr id="7" name="Picture 7">
              <a:extLst>
                <a:ext uri="{FF2B5EF4-FFF2-40B4-BE49-F238E27FC236}">
                  <a16:creationId xmlns:a16="http://schemas.microsoft.com/office/drawing/2014/main" id="{94B043F3-61C3-4ED3-9EC3-CBEE69DA74DB}"/>
                </a:ext>
              </a:extLst>
            </p:cNvPr>
            <p:cNvPicPr>
              <a:picLocks noChangeAspect="1"/>
            </p:cNvPicPr>
            <p:nvPr/>
          </p:nvPicPr>
          <p:blipFill>
            <a:blip r:embed="rId3"/>
            <a:stretch>
              <a:fillRect/>
            </a:stretch>
          </p:blipFill>
          <p:spPr>
            <a:xfrm rot="10800000">
              <a:off x="7621427" y="2983676"/>
              <a:ext cx="1327120" cy="1951012"/>
            </a:xfrm>
            <a:prstGeom prst="rect">
              <a:avLst/>
            </a:prstGeom>
          </p:spPr>
        </p:pic>
      </p:gr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Foto - Horizontal">
    <p:spTree>
      <p:nvGrpSpPr>
        <p:cNvPr id="1" name=""/>
        <p:cNvGrpSpPr/>
        <p:nvPr/>
      </p:nvGrpSpPr>
      <p:grpSpPr>
        <a:xfrm>
          <a:off x="0" y="0"/>
          <a:ext cx="0" cy="0"/>
          <a:chOff x="0" y="0"/>
          <a:chExt cx="0" cy="0"/>
        </a:xfrm>
      </p:grpSpPr>
      <p:sp>
        <p:nvSpPr>
          <p:cNvPr id="21" name="Texto do Título"/>
          <p:cNvSpPr txBox="1">
            <a:spLocks noGrp="1"/>
          </p:cNvSpPr>
          <p:nvPr>
            <p:ph type="title"/>
          </p:nvPr>
        </p:nvSpPr>
        <p:spPr>
          <a:xfrm>
            <a:off x="1812727" y="3542854"/>
            <a:ext cx="5518547" cy="750094"/>
          </a:xfrm>
          <a:prstGeom prst="rect">
            <a:avLst/>
          </a:prstGeom>
        </p:spPr>
        <p:txBody>
          <a:bodyPr anchor="b"/>
          <a:lstStyle>
            <a:lvl1pPr>
              <a:defRPr sz="4000">
                <a:solidFill>
                  <a:srgbClr val="ED1C5A"/>
                </a:solidFill>
                <a:latin typeface="Gotham HTF Book" pitchFamily="50" charset="0"/>
              </a:defRPr>
            </a:lvl1pPr>
          </a:lstStyle>
          <a:p>
            <a:r>
              <a:t>Texto do Título</a:t>
            </a:r>
          </a:p>
        </p:txBody>
      </p:sp>
      <p:sp>
        <p:nvSpPr>
          <p:cNvPr id="23" name="Número do Slide"/>
          <p:cNvSpPr txBox="1">
            <a:spLocks noGrp="1"/>
          </p:cNvSpPr>
          <p:nvPr>
            <p:ph type="sldNum" sz="quarter" idx="2"/>
          </p:nvPr>
        </p:nvSpPr>
        <p:spPr>
          <a:xfrm>
            <a:off x="4400337" y="4875609"/>
            <a:ext cx="336631" cy="282769"/>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Em Branco">
    <p:spTree>
      <p:nvGrpSpPr>
        <p:cNvPr id="1" name=""/>
        <p:cNvGrpSpPr/>
        <p:nvPr/>
      </p:nvGrpSpPr>
      <p:grpSpPr>
        <a:xfrm>
          <a:off x="0" y="0"/>
          <a:ext cx="0" cy="0"/>
          <a:chOff x="0" y="0"/>
          <a:chExt cx="0" cy="0"/>
        </a:xfrm>
      </p:grpSpPr>
      <p:sp>
        <p:nvSpPr>
          <p:cNvPr id="110" name="Número do Slide"/>
          <p:cNvSpPr txBox="1">
            <a:spLocks noGrp="1"/>
          </p:cNvSpPr>
          <p:nvPr>
            <p:ph type="sldNum" sz="quarter" idx="2"/>
          </p:nvPr>
        </p:nvSpPr>
        <p:spPr>
          <a:prstGeom prst="rect">
            <a:avLst/>
          </a:prstGeom>
        </p:spPr>
        <p:txBody>
          <a:bodyPr/>
          <a:lstStyle/>
          <a:p>
            <a:fld id="{86CB4B4D-7CA3-9044-876B-883B54F8677D}" type="slidenum">
              <a:t>‹nº›</a:t>
            </a:fld>
            <a:endParaRPr/>
          </a:p>
        </p:txBody>
      </p:sp>
      <p:grpSp>
        <p:nvGrpSpPr>
          <p:cNvPr id="3" name="Group 5">
            <a:extLst>
              <a:ext uri="{FF2B5EF4-FFF2-40B4-BE49-F238E27FC236}">
                <a16:creationId xmlns:a16="http://schemas.microsoft.com/office/drawing/2014/main" id="{A2C25FE0-692E-4A25-A208-01D7512DAA6C}"/>
              </a:ext>
            </a:extLst>
          </p:cNvPr>
          <p:cNvGrpSpPr/>
          <p:nvPr userDrawn="1"/>
        </p:nvGrpSpPr>
        <p:grpSpPr>
          <a:xfrm>
            <a:off x="206087" y="237648"/>
            <a:ext cx="8742460" cy="4697041"/>
            <a:chOff x="206087" y="237647"/>
            <a:chExt cx="8742460" cy="4697041"/>
          </a:xfrm>
        </p:grpSpPr>
        <p:pic>
          <p:nvPicPr>
            <p:cNvPr id="4" name="Picture 6">
              <a:extLst>
                <a:ext uri="{FF2B5EF4-FFF2-40B4-BE49-F238E27FC236}">
                  <a16:creationId xmlns:a16="http://schemas.microsoft.com/office/drawing/2014/main" id="{8961A231-2A26-4798-80AB-E459A69951A5}"/>
                </a:ext>
              </a:extLst>
            </p:cNvPr>
            <p:cNvPicPr>
              <a:picLocks noChangeAspect="1"/>
            </p:cNvPicPr>
            <p:nvPr/>
          </p:nvPicPr>
          <p:blipFill>
            <a:blip r:embed="rId2"/>
            <a:stretch>
              <a:fillRect/>
            </a:stretch>
          </p:blipFill>
          <p:spPr>
            <a:xfrm rot="10800000">
              <a:off x="206087" y="237647"/>
              <a:ext cx="2490655" cy="2180268"/>
            </a:xfrm>
            <a:prstGeom prst="rect">
              <a:avLst/>
            </a:prstGeom>
          </p:spPr>
        </p:pic>
        <p:pic>
          <p:nvPicPr>
            <p:cNvPr id="5" name="Picture 7">
              <a:extLst>
                <a:ext uri="{FF2B5EF4-FFF2-40B4-BE49-F238E27FC236}">
                  <a16:creationId xmlns:a16="http://schemas.microsoft.com/office/drawing/2014/main" id="{AC8D8F5C-8123-46A2-B5B5-26FCB882345A}"/>
                </a:ext>
              </a:extLst>
            </p:cNvPr>
            <p:cNvPicPr>
              <a:picLocks noChangeAspect="1"/>
            </p:cNvPicPr>
            <p:nvPr/>
          </p:nvPicPr>
          <p:blipFill>
            <a:blip r:embed="rId3"/>
            <a:stretch>
              <a:fillRect/>
            </a:stretch>
          </p:blipFill>
          <p:spPr>
            <a:xfrm rot="10800000">
              <a:off x="7621427" y="2983676"/>
              <a:ext cx="1327120" cy="1951012"/>
            </a:xfrm>
            <a:prstGeom prst="rect">
              <a:avLst/>
            </a:prstGeom>
          </p:spPr>
        </p:pic>
      </p:gr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44F7A5-FB19-002E-7298-E17943DE11CA}"/>
              </a:ext>
            </a:extLst>
          </p:cNvPr>
          <p:cNvSpPr>
            <a:spLocks noGrp="1"/>
          </p:cNvSpPr>
          <p:nvPr>
            <p:ph type="title"/>
          </p:nvPr>
        </p:nvSpPr>
        <p:spPr>
          <a:xfrm>
            <a:off x="628650" y="274638"/>
            <a:ext cx="7886700" cy="993775"/>
          </a:xfrm>
          <a:prstGeom prst="rect">
            <a:avLst/>
          </a:prstGeom>
        </p:spPr>
        <p:txBody>
          <a:bodyPr/>
          <a:lstStyle/>
          <a:p>
            <a:r>
              <a:rPr lang="pt-BR"/>
              <a:t>Clique para editar o título Mestre</a:t>
            </a:r>
            <a:endParaRPr lang="en-US"/>
          </a:p>
        </p:txBody>
      </p:sp>
      <p:sp>
        <p:nvSpPr>
          <p:cNvPr id="3" name="Espaço Reservado para Número de Slide 2">
            <a:extLst>
              <a:ext uri="{FF2B5EF4-FFF2-40B4-BE49-F238E27FC236}">
                <a16:creationId xmlns:a16="http://schemas.microsoft.com/office/drawing/2014/main" id="{7EEF5126-CC10-81D1-1B27-FB46EC89E74E}"/>
              </a:ext>
            </a:extLst>
          </p:cNvPr>
          <p:cNvSpPr>
            <a:spLocks noGrp="1"/>
          </p:cNvSpPr>
          <p:nvPr>
            <p:ph type="sldNum" sz="quarter" idx="10"/>
          </p:nvPr>
        </p:nvSpPr>
        <p:spPr/>
        <p:txBody>
          <a:bodyPr/>
          <a:lstStyle/>
          <a:p>
            <a:fld id="{86CB4B4D-7CA3-9044-876B-883B54F8677D}" type="slidenum">
              <a:rPr lang="en-US" smtClean="0"/>
              <a:t>‹nº›</a:t>
            </a:fld>
            <a:endParaRPr lang="en-US"/>
          </a:p>
        </p:txBody>
      </p:sp>
      <p:sp>
        <p:nvSpPr>
          <p:cNvPr id="4" name="Retângulo 3">
            <a:extLst>
              <a:ext uri="{FF2B5EF4-FFF2-40B4-BE49-F238E27FC236}">
                <a16:creationId xmlns:a16="http://schemas.microsoft.com/office/drawing/2014/main" id="{D41869C0-EFED-8DF4-859E-44245CB6D240}"/>
              </a:ext>
            </a:extLst>
          </p:cNvPr>
          <p:cNvSpPr/>
          <p:nvPr userDrawn="1"/>
        </p:nvSpPr>
        <p:spPr>
          <a:xfrm>
            <a:off x="0" y="0"/>
            <a:ext cx="9144000" cy="5143500"/>
          </a:xfrm>
          <a:prstGeom prst="rect">
            <a:avLst/>
          </a:prstGeom>
          <a:solidFill>
            <a:schemeClr val="tx1"/>
          </a:solidFill>
          <a:ln w="12700" cap="flat">
            <a:noFill/>
            <a:miter lim="400000"/>
          </a:ln>
          <a:effectLst>
            <a:outerShdw blurRad="508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mn-ea"/>
              <a:cs typeface="+mn-cs"/>
              <a:sym typeface="Helvetica Light"/>
            </a:endParaRPr>
          </a:p>
        </p:txBody>
      </p:sp>
    </p:spTree>
    <p:extLst>
      <p:ext uri="{BB962C8B-B14F-4D97-AF65-F5344CB8AC3E}">
        <p14:creationId xmlns:p14="http://schemas.microsoft.com/office/powerpoint/2010/main" val="136226527"/>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Logo + Black">
    <p:bg>
      <p:bgPr>
        <a:solidFill>
          <a:schemeClr val="tx1"/>
        </a:solidFill>
        <a:effectLst/>
      </p:bgPr>
    </p:bg>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2C0BEA5B-4136-4393-A916-3C05049E8F56}"/>
              </a:ext>
            </a:extLst>
          </p:cNvPr>
          <p:cNvGrpSpPr/>
          <p:nvPr userDrawn="1"/>
        </p:nvGrpSpPr>
        <p:grpSpPr>
          <a:xfrm>
            <a:off x="206087" y="237648"/>
            <a:ext cx="8742460" cy="4697041"/>
            <a:chOff x="206087" y="237647"/>
            <a:chExt cx="8742460" cy="4697041"/>
          </a:xfrm>
        </p:grpSpPr>
        <p:pic>
          <p:nvPicPr>
            <p:cNvPr id="3" name="Picture 6">
              <a:extLst>
                <a:ext uri="{FF2B5EF4-FFF2-40B4-BE49-F238E27FC236}">
                  <a16:creationId xmlns:a16="http://schemas.microsoft.com/office/drawing/2014/main" id="{B2F82A28-6573-4A1A-90BF-5273F888539B}"/>
                </a:ext>
              </a:extLst>
            </p:cNvPr>
            <p:cNvPicPr>
              <a:picLocks noChangeAspect="1"/>
            </p:cNvPicPr>
            <p:nvPr/>
          </p:nvPicPr>
          <p:blipFill>
            <a:blip r:embed="rId2"/>
            <a:stretch>
              <a:fillRect/>
            </a:stretch>
          </p:blipFill>
          <p:spPr>
            <a:xfrm rot="10800000">
              <a:off x="206087" y="237647"/>
              <a:ext cx="2490655" cy="2180268"/>
            </a:xfrm>
            <a:prstGeom prst="rect">
              <a:avLst/>
            </a:prstGeom>
          </p:spPr>
        </p:pic>
        <p:pic>
          <p:nvPicPr>
            <p:cNvPr id="4" name="Picture 7">
              <a:extLst>
                <a:ext uri="{FF2B5EF4-FFF2-40B4-BE49-F238E27FC236}">
                  <a16:creationId xmlns:a16="http://schemas.microsoft.com/office/drawing/2014/main" id="{00E61597-39EA-45EA-A531-EEBDED949A37}"/>
                </a:ext>
              </a:extLst>
            </p:cNvPr>
            <p:cNvPicPr>
              <a:picLocks noChangeAspect="1"/>
            </p:cNvPicPr>
            <p:nvPr/>
          </p:nvPicPr>
          <p:blipFill>
            <a:blip r:embed="rId3"/>
            <a:stretch>
              <a:fillRect/>
            </a:stretch>
          </p:blipFill>
          <p:spPr>
            <a:xfrm rot="10800000">
              <a:off x="7621427" y="2983676"/>
              <a:ext cx="1327120" cy="1951012"/>
            </a:xfrm>
            <a:prstGeom prst="rect">
              <a:avLst/>
            </a:prstGeom>
          </p:spPr>
        </p:pic>
      </p:grpSp>
    </p:spTree>
    <p:extLst>
      <p:ext uri="{BB962C8B-B14F-4D97-AF65-F5344CB8AC3E}">
        <p14:creationId xmlns:p14="http://schemas.microsoft.com/office/powerpoint/2010/main" val="1798894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Picture 6">
            <a:extLst>
              <a:ext uri="{FF2B5EF4-FFF2-40B4-BE49-F238E27FC236}">
                <a16:creationId xmlns:a16="http://schemas.microsoft.com/office/drawing/2014/main" id="{AB1C09A1-93B2-5E48-80B4-EF0D0791D618}"/>
              </a:ext>
            </a:extLst>
          </p:cNvPr>
          <p:cNvPicPr>
            <a:picLocks noChangeAspect="1"/>
          </p:cNvPicPr>
          <p:nvPr userDrawn="1"/>
        </p:nvPicPr>
        <p:blipFill>
          <a:blip r:embed="rId8"/>
          <a:stretch>
            <a:fillRect/>
          </a:stretch>
        </p:blipFill>
        <p:spPr>
          <a:xfrm>
            <a:off x="0" y="1"/>
            <a:ext cx="9144000" cy="5148263"/>
          </a:xfrm>
          <a:prstGeom prst="rect">
            <a:avLst/>
          </a:prstGeom>
        </p:spPr>
      </p:pic>
      <p:sp>
        <p:nvSpPr>
          <p:cNvPr id="4" name="Número do Slide"/>
          <p:cNvSpPr txBox="1">
            <a:spLocks noGrp="1"/>
          </p:cNvSpPr>
          <p:nvPr>
            <p:ph type="sldNum" sz="quarter" idx="2"/>
          </p:nvPr>
        </p:nvSpPr>
        <p:spPr>
          <a:xfrm>
            <a:off x="4400337" y="4878958"/>
            <a:ext cx="336631" cy="282769"/>
          </a:xfrm>
          <a:prstGeom prst="rect">
            <a:avLst/>
          </a:prstGeom>
          <a:ln w="12700">
            <a:miter lim="400000"/>
          </a:ln>
        </p:spPr>
        <p:txBody>
          <a:bodyPr wrap="none" lIns="71437" tIns="71437" rIns="71437" bIns="71437">
            <a:spAutoFit/>
          </a:bodyPr>
          <a:lstStyle>
            <a:lvl1pPr>
              <a:defRPr sz="900"/>
            </a:lvl1pPr>
          </a:lstStyle>
          <a:p>
            <a:fld id="{86CB4B4D-7CA3-9044-876B-883B54F8677D}" type="slidenum">
              <a:t>‹nº›</a:t>
            </a:fld>
            <a:endParaRPr/>
          </a:p>
        </p:txBody>
      </p:sp>
      <p:sp>
        <p:nvSpPr>
          <p:cNvPr id="14" name="TextBox 10">
            <a:extLst>
              <a:ext uri="{FF2B5EF4-FFF2-40B4-BE49-F238E27FC236}">
                <a16:creationId xmlns:a16="http://schemas.microsoft.com/office/drawing/2014/main" id="{901F312E-35DC-9246-B6BE-D7E6D083AC42}"/>
              </a:ext>
            </a:extLst>
          </p:cNvPr>
          <p:cNvSpPr txBox="1"/>
          <p:nvPr userDrawn="1"/>
        </p:nvSpPr>
        <p:spPr>
          <a:xfrm>
            <a:off x="176723" y="4816806"/>
            <a:ext cx="696258" cy="230832"/>
          </a:xfrm>
          <a:prstGeom prst="rect">
            <a:avLst/>
          </a:prstGeom>
          <a:noFill/>
        </p:spPr>
        <p:txBody>
          <a:bodyPr wrap="square" rtlCol="0">
            <a:spAutoFit/>
          </a:bodyPr>
          <a:lstStyle/>
          <a:p>
            <a:pPr algn="l"/>
            <a:r>
              <a:rPr lang="pt-BR" sz="900" dirty="0">
                <a:solidFill>
                  <a:srgbClr val="646D7A"/>
                </a:solidFill>
                <a:latin typeface="Gotham HTF Medium"/>
                <a:cs typeface="Gotham HTF Medium"/>
              </a:rPr>
              <a:t>GS2022.1</a:t>
            </a:r>
          </a:p>
        </p:txBody>
      </p:sp>
      <p:pic>
        <p:nvPicPr>
          <p:cNvPr id="16" name="Imagem 1">
            <a:extLst>
              <a:ext uri="{FF2B5EF4-FFF2-40B4-BE49-F238E27FC236}">
                <a16:creationId xmlns:a16="http://schemas.microsoft.com/office/drawing/2014/main" id="{B471016A-DF8A-4102-9E9F-55BFE5080C63}"/>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038436" y="106126"/>
            <a:ext cx="853865" cy="229690"/>
          </a:xfrm>
          <a:prstGeom prst="rect">
            <a:avLst/>
          </a:prstGeom>
        </p:spPr>
      </p:pic>
    </p:spTree>
  </p:cSld>
  <p:clrMap bg1="lt1" tx1="dk1" bg2="lt2" tx2="dk2" accent1="accent1" accent2="accent2" accent3="accent3" accent4="accent4" accent5="accent5" accent6="accent6" hlink="hlink" folHlink="folHlink"/>
  <p:sldLayoutIdLst>
    <p:sldLayoutId id="2147483653" r:id="rId1"/>
    <p:sldLayoutId id="2147483649" r:id="rId2"/>
    <p:sldLayoutId id="2147483650" r:id="rId3"/>
    <p:sldLayoutId id="2147483660" r:id="rId4"/>
    <p:sldLayoutId id="2147483689" r:id="rId5"/>
    <p:sldLayoutId id="2147483688" r:id="rId6"/>
  </p:sldLayoutIdLst>
  <p:transition spd="med"/>
  <p:txStyles>
    <p:titleStyle>
      <a:lvl1pPr marL="0" marR="0" indent="0" algn="ctr" defTabSz="308074" rtl="0" latinLnBrk="0">
        <a:lnSpc>
          <a:spcPct val="100000"/>
        </a:lnSpc>
        <a:spcBef>
          <a:spcPts val="0"/>
        </a:spcBef>
        <a:spcAft>
          <a:spcPts val="0"/>
        </a:spcAft>
        <a:buClrTx/>
        <a:buSzTx/>
        <a:buFontTx/>
        <a:buNone/>
        <a:tabLst/>
        <a:defRPr sz="4200" b="0" i="0" u="none" strike="noStrike" cap="none" spc="0" baseline="0">
          <a:solidFill>
            <a:srgbClr val="000000"/>
          </a:solidFill>
          <a:uFillTx/>
          <a:latin typeface="+mn-lt"/>
          <a:ea typeface="+mn-ea"/>
          <a:cs typeface="+mn-cs"/>
          <a:sym typeface="Helvetica Light"/>
        </a:defRPr>
      </a:lvl1pPr>
      <a:lvl2pPr marL="0" marR="0" indent="85725" algn="ctr" defTabSz="308074" rtl="0" latinLnBrk="0">
        <a:lnSpc>
          <a:spcPct val="100000"/>
        </a:lnSpc>
        <a:spcBef>
          <a:spcPts val="0"/>
        </a:spcBef>
        <a:spcAft>
          <a:spcPts val="0"/>
        </a:spcAft>
        <a:buClrTx/>
        <a:buSzTx/>
        <a:buFontTx/>
        <a:buNone/>
        <a:tabLst/>
        <a:defRPr sz="4200" b="0" i="0" u="none" strike="noStrike" cap="none" spc="0" baseline="0">
          <a:solidFill>
            <a:srgbClr val="000000"/>
          </a:solidFill>
          <a:uFillTx/>
          <a:latin typeface="+mn-lt"/>
          <a:ea typeface="+mn-ea"/>
          <a:cs typeface="+mn-cs"/>
          <a:sym typeface="Helvetica Light"/>
        </a:defRPr>
      </a:lvl2pPr>
      <a:lvl3pPr marL="0" marR="0" indent="171450" algn="ctr" defTabSz="308074" rtl="0" latinLnBrk="0">
        <a:lnSpc>
          <a:spcPct val="100000"/>
        </a:lnSpc>
        <a:spcBef>
          <a:spcPts val="0"/>
        </a:spcBef>
        <a:spcAft>
          <a:spcPts val="0"/>
        </a:spcAft>
        <a:buClrTx/>
        <a:buSzTx/>
        <a:buFontTx/>
        <a:buNone/>
        <a:tabLst/>
        <a:defRPr sz="4200" b="0" i="0" u="none" strike="noStrike" cap="none" spc="0" baseline="0">
          <a:solidFill>
            <a:srgbClr val="000000"/>
          </a:solidFill>
          <a:uFillTx/>
          <a:latin typeface="+mn-lt"/>
          <a:ea typeface="+mn-ea"/>
          <a:cs typeface="+mn-cs"/>
          <a:sym typeface="Helvetica Light"/>
        </a:defRPr>
      </a:lvl3pPr>
      <a:lvl4pPr marL="0" marR="0" indent="257175" algn="ctr" defTabSz="308074" rtl="0" latinLnBrk="0">
        <a:lnSpc>
          <a:spcPct val="100000"/>
        </a:lnSpc>
        <a:spcBef>
          <a:spcPts val="0"/>
        </a:spcBef>
        <a:spcAft>
          <a:spcPts val="0"/>
        </a:spcAft>
        <a:buClrTx/>
        <a:buSzTx/>
        <a:buFontTx/>
        <a:buNone/>
        <a:tabLst/>
        <a:defRPr sz="4200" b="0" i="0" u="none" strike="noStrike" cap="none" spc="0" baseline="0">
          <a:solidFill>
            <a:srgbClr val="000000"/>
          </a:solidFill>
          <a:uFillTx/>
          <a:latin typeface="+mn-lt"/>
          <a:ea typeface="+mn-ea"/>
          <a:cs typeface="+mn-cs"/>
          <a:sym typeface="Helvetica Light"/>
        </a:defRPr>
      </a:lvl4pPr>
      <a:lvl5pPr marL="0" marR="0" indent="342900" algn="ctr" defTabSz="308074" rtl="0" latinLnBrk="0">
        <a:lnSpc>
          <a:spcPct val="100000"/>
        </a:lnSpc>
        <a:spcBef>
          <a:spcPts val="0"/>
        </a:spcBef>
        <a:spcAft>
          <a:spcPts val="0"/>
        </a:spcAft>
        <a:buClrTx/>
        <a:buSzTx/>
        <a:buFontTx/>
        <a:buNone/>
        <a:tabLst/>
        <a:defRPr sz="4200" b="0" i="0" u="none" strike="noStrike" cap="none" spc="0" baseline="0">
          <a:solidFill>
            <a:srgbClr val="000000"/>
          </a:solidFill>
          <a:uFillTx/>
          <a:latin typeface="+mn-lt"/>
          <a:ea typeface="+mn-ea"/>
          <a:cs typeface="+mn-cs"/>
          <a:sym typeface="Helvetica Light"/>
        </a:defRPr>
      </a:lvl5pPr>
      <a:lvl6pPr marL="0" marR="0" indent="428625" algn="ctr" defTabSz="308074" rtl="0" latinLnBrk="0">
        <a:lnSpc>
          <a:spcPct val="100000"/>
        </a:lnSpc>
        <a:spcBef>
          <a:spcPts val="0"/>
        </a:spcBef>
        <a:spcAft>
          <a:spcPts val="0"/>
        </a:spcAft>
        <a:buClrTx/>
        <a:buSzTx/>
        <a:buFontTx/>
        <a:buNone/>
        <a:tabLst/>
        <a:defRPr sz="4200" b="0" i="0" u="none" strike="noStrike" cap="none" spc="0" baseline="0">
          <a:solidFill>
            <a:srgbClr val="000000"/>
          </a:solidFill>
          <a:uFillTx/>
          <a:latin typeface="+mn-lt"/>
          <a:ea typeface="+mn-ea"/>
          <a:cs typeface="+mn-cs"/>
          <a:sym typeface="Helvetica Light"/>
        </a:defRPr>
      </a:lvl6pPr>
      <a:lvl7pPr marL="0" marR="0" indent="514350" algn="ctr" defTabSz="308074" rtl="0" latinLnBrk="0">
        <a:lnSpc>
          <a:spcPct val="100000"/>
        </a:lnSpc>
        <a:spcBef>
          <a:spcPts val="0"/>
        </a:spcBef>
        <a:spcAft>
          <a:spcPts val="0"/>
        </a:spcAft>
        <a:buClrTx/>
        <a:buSzTx/>
        <a:buFontTx/>
        <a:buNone/>
        <a:tabLst/>
        <a:defRPr sz="4200" b="0" i="0" u="none" strike="noStrike" cap="none" spc="0" baseline="0">
          <a:solidFill>
            <a:srgbClr val="000000"/>
          </a:solidFill>
          <a:uFillTx/>
          <a:latin typeface="+mn-lt"/>
          <a:ea typeface="+mn-ea"/>
          <a:cs typeface="+mn-cs"/>
          <a:sym typeface="Helvetica Light"/>
        </a:defRPr>
      </a:lvl7pPr>
      <a:lvl8pPr marL="0" marR="0" indent="600075" algn="ctr" defTabSz="308074" rtl="0" latinLnBrk="0">
        <a:lnSpc>
          <a:spcPct val="100000"/>
        </a:lnSpc>
        <a:spcBef>
          <a:spcPts val="0"/>
        </a:spcBef>
        <a:spcAft>
          <a:spcPts val="0"/>
        </a:spcAft>
        <a:buClrTx/>
        <a:buSzTx/>
        <a:buFontTx/>
        <a:buNone/>
        <a:tabLst/>
        <a:defRPr sz="4200" b="0" i="0" u="none" strike="noStrike" cap="none" spc="0" baseline="0">
          <a:solidFill>
            <a:srgbClr val="000000"/>
          </a:solidFill>
          <a:uFillTx/>
          <a:latin typeface="+mn-lt"/>
          <a:ea typeface="+mn-ea"/>
          <a:cs typeface="+mn-cs"/>
          <a:sym typeface="Helvetica Light"/>
        </a:defRPr>
      </a:lvl8pPr>
      <a:lvl9pPr marL="0" marR="0" indent="685800" algn="ctr" defTabSz="308074" rtl="0" latinLnBrk="0">
        <a:lnSpc>
          <a:spcPct val="100000"/>
        </a:lnSpc>
        <a:spcBef>
          <a:spcPts val="0"/>
        </a:spcBef>
        <a:spcAft>
          <a:spcPts val="0"/>
        </a:spcAft>
        <a:buClrTx/>
        <a:buSzTx/>
        <a:buFontTx/>
        <a:buNone/>
        <a:tabLst/>
        <a:defRPr sz="4200" b="0" i="0" u="none" strike="noStrike" cap="none" spc="0" baseline="0">
          <a:solidFill>
            <a:srgbClr val="000000"/>
          </a:solidFill>
          <a:uFillTx/>
          <a:latin typeface="+mn-lt"/>
          <a:ea typeface="+mn-ea"/>
          <a:cs typeface="+mn-cs"/>
          <a:sym typeface="Helvetica Light"/>
        </a:defRPr>
      </a:lvl9pPr>
    </p:titleStyle>
    <p:bodyStyle>
      <a:lvl1pPr marL="231510" marR="0" indent="-231510" algn="l" defTabSz="308074" rtl="0" latinLnBrk="0">
        <a:lnSpc>
          <a:spcPct val="100000"/>
        </a:lnSpc>
        <a:spcBef>
          <a:spcPts val="2213"/>
        </a:spcBef>
        <a:spcAft>
          <a:spcPts val="0"/>
        </a:spcAft>
        <a:buClrTx/>
        <a:buSzPct val="75000"/>
        <a:buFontTx/>
        <a:buChar char="•"/>
        <a:tabLst/>
        <a:defRPr sz="1875" b="0" i="0" u="none" strike="noStrike" cap="none" spc="0" baseline="0">
          <a:solidFill>
            <a:srgbClr val="000000"/>
          </a:solidFill>
          <a:uFillTx/>
          <a:latin typeface="+mn-lt"/>
          <a:ea typeface="+mn-ea"/>
          <a:cs typeface="+mn-cs"/>
          <a:sym typeface="Helvetica Light"/>
        </a:defRPr>
      </a:lvl1pPr>
      <a:lvl2pPr marL="398198" marR="0" indent="-231510" algn="l" defTabSz="308074" rtl="0" latinLnBrk="0">
        <a:lnSpc>
          <a:spcPct val="100000"/>
        </a:lnSpc>
        <a:spcBef>
          <a:spcPts val="2213"/>
        </a:spcBef>
        <a:spcAft>
          <a:spcPts val="0"/>
        </a:spcAft>
        <a:buClrTx/>
        <a:buSzPct val="75000"/>
        <a:buFontTx/>
        <a:buChar char="•"/>
        <a:tabLst/>
        <a:defRPr sz="1875" b="0" i="0" u="none" strike="noStrike" cap="none" spc="0" baseline="0">
          <a:solidFill>
            <a:srgbClr val="000000"/>
          </a:solidFill>
          <a:uFillTx/>
          <a:latin typeface="+mn-lt"/>
          <a:ea typeface="+mn-ea"/>
          <a:cs typeface="+mn-cs"/>
          <a:sym typeface="Helvetica Light"/>
        </a:defRPr>
      </a:lvl2pPr>
      <a:lvl3pPr marL="564885" marR="0" indent="-231510" algn="l" defTabSz="308074" rtl="0" latinLnBrk="0">
        <a:lnSpc>
          <a:spcPct val="100000"/>
        </a:lnSpc>
        <a:spcBef>
          <a:spcPts val="2213"/>
        </a:spcBef>
        <a:spcAft>
          <a:spcPts val="0"/>
        </a:spcAft>
        <a:buClrTx/>
        <a:buSzPct val="75000"/>
        <a:buFontTx/>
        <a:buChar char="•"/>
        <a:tabLst/>
        <a:defRPr sz="1875" b="0" i="0" u="none" strike="noStrike" cap="none" spc="0" baseline="0">
          <a:solidFill>
            <a:srgbClr val="000000"/>
          </a:solidFill>
          <a:uFillTx/>
          <a:latin typeface="+mn-lt"/>
          <a:ea typeface="+mn-ea"/>
          <a:cs typeface="+mn-cs"/>
          <a:sym typeface="Helvetica Light"/>
        </a:defRPr>
      </a:lvl3pPr>
      <a:lvl4pPr marL="731573" marR="0" indent="-231510" algn="l" defTabSz="308074" rtl="0" latinLnBrk="0">
        <a:lnSpc>
          <a:spcPct val="100000"/>
        </a:lnSpc>
        <a:spcBef>
          <a:spcPts val="2213"/>
        </a:spcBef>
        <a:spcAft>
          <a:spcPts val="0"/>
        </a:spcAft>
        <a:buClrTx/>
        <a:buSzPct val="75000"/>
        <a:buFontTx/>
        <a:buChar char="•"/>
        <a:tabLst/>
        <a:defRPr sz="1875" b="0" i="0" u="none" strike="noStrike" cap="none" spc="0" baseline="0">
          <a:solidFill>
            <a:srgbClr val="000000"/>
          </a:solidFill>
          <a:uFillTx/>
          <a:latin typeface="+mn-lt"/>
          <a:ea typeface="+mn-ea"/>
          <a:cs typeface="+mn-cs"/>
          <a:sym typeface="Helvetica Light"/>
        </a:defRPr>
      </a:lvl4pPr>
      <a:lvl5pPr marL="898260" marR="0" indent="-231510" algn="l" defTabSz="308074" rtl="0" latinLnBrk="0">
        <a:lnSpc>
          <a:spcPct val="100000"/>
        </a:lnSpc>
        <a:spcBef>
          <a:spcPts val="2213"/>
        </a:spcBef>
        <a:spcAft>
          <a:spcPts val="0"/>
        </a:spcAft>
        <a:buClrTx/>
        <a:buSzPct val="75000"/>
        <a:buFontTx/>
        <a:buChar char="•"/>
        <a:tabLst/>
        <a:defRPr sz="1875" b="0" i="0" u="none" strike="noStrike" cap="none" spc="0" baseline="0">
          <a:solidFill>
            <a:srgbClr val="000000"/>
          </a:solidFill>
          <a:uFillTx/>
          <a:latin typeface="+mn-lt"/>
          <a:ea typeface="+mn-ea"/>
          <a:cs typeface="+mn-cs"/>
          <a:sym typeface="Helvetica Light"/>
        </a:defRPr>
      </a:lvl5pPr>
      <a:lvl6pPr marL="1064948" marR="0" indent="-231510" algn="l" defTabSz="308074" rtl="0" latinLnBrk="0">
        <a:lnSpc>
          <a:spcPct val="100000"/>
        </a:lnSpc>
        <a:spcBef>
          <a:spcPts val="2213"/>
        </a:spcBef>
        <a:spcAft>
          <a:spcPts val="0"/>
        </a:spcAft>
        <a:buClrTx/>
        <a:buSzPct val="75000"/>
        <a:buFontTx/>
        <a:buChar char="•"/>
        <a:tabLst/>
        <a:defRPr sz="1875" b="0" i="0" u="none" strike="noStrike" cap="none" spc="0" baseline="0">
          <a:solidFill>
            <a:srgbClr val="000000"/>
          </a:solidFill>
          <a:uFillTx/>
          <a:latin typeface="+mn-lt"/>
          <a:ea typeface="+mn-ea"/>
          <a:cs typeface="+mn-cs"/>
          <a:sym typeface="Helvetica Light"/>
        </a:defRPr>
      </a:lvl6pPr>
      <a:lvl7pPr marL="1231635" marR="0" indent="-231510" algn="l" defTabSz="308074" rtl="0" latinLnBrk="0">
        <a:lnSpc>
          <a:spcPct val="100000"/>
        </a:lnSpc>
        <a:spcBef>
          <a:spcPts val="2213"/>
        </a:spcBef>
        <a:spcAft>
          <a:spcPts val="0"/>
        </a:spcAft>
        <a:buClrTx/>
        <a:buSzPct val="75000"/>
        <a:buFontTx/>
        <a:buChar char="•"/>
        <a:tabLst/>
        <a:defRPr sz="1875" b="0" i="0" u="none" strike="noStrike" cap="none" spc="0" baseline="0">
          <a:solidFill>
            <a:srgbClr val="000000"/>
          </a:solidFill>
          <a:uFillTx/>
          <a:latin typeface="+mn-lt"/>
          <a:ea typeface="+mn-ea"/>
          <a:cs typeface="+mn-cs"/>
          <a:sym typeface="Helvetica Light"/>
        </a:defRPr>
      </a:lvl7pPr>
      <a:lvl8pPr marL="1398323" marR="0" indent="-231510" algn="l" defTabSz="308074" rtl="0" latinLnBrk="0">
        <a:lnSpc>
          <a:spcPct val="100000"/>
        </a:lnSpc>
        <a:spcBef>
          <a:spcPts val="2213"/>
        </a:spcBef>
        <a:spcAft>
          <a:spcPts val="0"/>
        </a:spcAft>
        <a:buClrTx/>
        <a:buSzPct val="75000"/>
        <a:buFontTx/>
        <a:buChar char="•"/>
        <a:tabLst/>
        <a:defRPr sz="1875" b="0" i="0" u="none" strike="noStrike" cap="none" spc="0" baseline="0">
          <a:solidFill>
            <a:srgbClr val="000000"/>
          </a:solidFill>
          <a:uFillTx/>
          <a:latin typeface="+mn-lt"/>
          <a:ea typeface="+mn-ea"/>
          <a:cs typeface="+mn-cs"/>
          <a:sym typeface="Helvetica Light"/>
        </a:defRPr>
      </a:lvl8pPr>
      <a:lvl9pPr marL="1565010" marR="0" indent="-231510" algn="l" defTabSz="308074" rtl="0" latinLnBrk="0">
        <a:lnSpc>
          <a:spcPct val="100000"/>
        </a:lnSpc>
        <a:spcBef>
          <a:spcPts val="2213"/>
        </a:spcBef>
        <a:spcAft>
          <a:spcPts val="0"/>
        </a:spcAft>
        <a:buClrTx/>
        <a:buSzPct val="75000"/>
        <a:buFontTx/>
        <a:buChar char="•"/>
        <a:tabLst/>
        <a:defRPr sz="1875" b="0" i="0" u="none" strike="noStrike" cap="none" spc="0" baseline="0">
          <a:solidFill>
            <a:srgbClr val="000000"/>
          </a:solidFill>
          <a:uFillTx/>
          <a:latin typeface="+mn-lt"/>
          <a:ea typeface="+mn-ea"/>
          <a:cs typeface="+mn-cs"/>
          <a:sym typeface="Helvetica Light"/>
        </a:defRPr>
      </a:lvl9pPr>
    </p:bodyStyle>
    <p:otherStyle>
      <a:lvl1pPr marL="0" marR="0" indent="0" algn="ctr" defTabSz="308074"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Light"/>
        </a:defRPr>
      </a:lvl1pPr>
      <a:lvl2pPr marL="0" marR="0" indent="85725" algn="ctr" defTabSz="308074"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Light"/>
        </a:defRPr>
      </a:lvl2pPr>
      <a:lvl3pPr marL="0" marR="0" indent="171450" algn="ctr" defTabSz="308074"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Light"/>
        </a:defRPr>
      </a:lvl3pPr>
      <a:lvl4pPr marL="0" marR="0" indent="257175" algn="ctr" defTabSz="308074"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Light"/>
        </a:defRPr>
      </a:lvl4pPr>
      <a:lvl5pPr marL="0" marR="0" indent="342900" algn="ctr" defTabSz="308074"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Light"/>
        </a:defRPr>
      </a:lvl5pPr>
      <a:lvl6pPr marL="0" marR="0" indent="428625" algn="ctr" defTabSz="308074"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Light"/>
        </a:defRPr>
      </a:lvl6pPr>
      <a:lvl7pPr marL="0" marR="0" indent="514350" algn="ctr" defTabSz="308074"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Light"/>
        </a:defRPr>
      </a:lvl7pPr>
      <a:lvl8pPr marL="0" marR="0" indent="600075" algn="ctr" defTabSz="308074"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Light"/>
        </a:defRPr>
      </a:lvl8pPr>
      <a:lvl9pPr marL="0" marR="0" indent="685800" algn="ctr" defTabSz="308074"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m 1">
            <a:extLst>
              <a:ext uri="{FF2B5EF4-FFF2-40B4-BE49-F238E27FC236}">
                <a16:creationId xmlns:a16="http://schemas.microsoft.com/office/drawing/2014/main" id="{6E16A729-BED8-46B7-B1DE-47120D0A28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8351" y="2081188"/>
            <a:ext cx="3647297" cy="981123"/>
          </a:xfrm>
          <a:prstGeom prst="rect">
            <a:avLst/>
          </a:prstGeom>
        </p:spPr>
      </p:pic>
    </p:spTree>
    <p:extLst>
      <p:ext uri="{BB962C8B-B14F-4D97-AF65-F5344CB8AC3E}">
        <p14:creationId xmlns:p14="http://schemas.microsoft.com/office/powerpoint/2010/main" val="113200707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0200409_fiap_site_home_vitrine_unidos_1920x1080_v2_imgBgTopo.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5" name="TextBox 14"/>
          <p:cNvSpPr txBox="1"/>
          <p:nvPr/>
        </p:nvSpPr>
        <p:spPr>
          <a:xfrm>
            <a:off x="934177" y="2574171"/>
            <a:ext cx="7338869" cy="303994"/>
          </a:xfrm>
          <a:prstGeom prst="rect">
            <a:avLst/>
          </a:prstGeom>
          <a:noFill/>
        </p:spPr>
        <p:txBody>
          <a:bodyPr wrap="none" rtlCol="0">
            <a:spAutoFit/>
          </a:bodyPr>
          <a:lstStyle/>
          <a:p>
            <a:pPr>
              <a:lnSpc>
                <a:spcPct val="110000"/>
              </a:lnSpc>
            </a:pPr>
            <a:r>
              <a:rPr lang="en-US" sz="1400" b="1" dirty="0">
                <a:solidFill>
                  <a:srgbClr val="91A3AD"/>
                </a:solidFill>
                <a:latin typeface="Gotham HTF Light"/>
                <a:cs typeface="Gotham HTF Light"/>
              </a:rPr>
              <a:t>NOSSAS GRANDES ALIADAS PARA </a:t>
            </a:r>
            <a:r>
              <a:rPr lang="en-US" sz="1400" b="1" dirty="0">
                <a:solidFill>
                  <a:srgbClr val="ED1C5A"/>
                </a:solidFill>
                <a:latin typeface="Gotham HTF Light"/>
                <a:cs typeface="Gotham HTF Light"/>
              </a:rPr>
              <a:t>CRIAR UM NOVO E MELHOR AMANHÃ</a:t>
            </a:r>
            <a:r>
              <a:rPr lang="en-US" sz="1400" b="1" dirty="0">
                <a:solidFill>
                  <a:srgbClr val="91A3AD"/>
                </a:solidFill>
                <a:latin typeface="Gotham HTF Light"/>
                <a:cs typeface="Gotham HTF Light"/>
              </a:rPr>
              <a:t>.</a:t>
            </a:r>
            <a:endParaRPr lang="en-US" sz="1400" b="1" dirty="0">
              <a:solidFill>
                <a:srgbClr val="91A3AD"/>
              </a:solidFill>
              <a:latin typeface="Gotham HTF Bold"/>
              <a:cs typeface="Gotham HTF Bold"/>
            </a:endParaRPr>
          </a:p>
        </p:txBody>
      </p:sp>
      <p:sp>
        <p:nvSpPr>
          <p:cNvPr id="17" name="CaixaDeTexto 3"/>
          <p:cNvSpPr txBox="1"/>
          <p:nvPr/>
        </p:nvSpPr>
        <p:spPr>
          <a:xfrm>
            <a:off x="532947" y="2122677"/>
            <a:ext cx="8078106" cy="475771"/>
          </a:xfrm>
          <a:prstGeom prst="rect">
            <a:avLst/>
          </a:prstGeom>
          <a:noFill/>
        </p:spPr>
        <p:txBody>
          <a:bodyPr wrap="square" rtlCol="0">
            <a:spAutoFit/>
          </a:bodyPr>
          <a:lstStyle/>
          <a:p>
            <a:pPr>
              <a:lnSpc>
                <a:spcPct val="110000"/>
              </a:lnSpc>
            </a:pPr>
            <a:r>
              <a:rPr lang="pt-BR" sz="2300" kern="1600" cap="all" dirty="0">
                <a:solidFill>
                  <a:srgbClr val="92A3AD"/>
                </a:solidFill>
                <a:latin typeface="Gotham HTF Book"/>
                <a:cs typeface="Gotham HTF Book"/>
              </a:rPr>
              <a:t>TECNOLOGIA, CIÊNCIA E HUMANIDADE</a:t>
            </a:r>
          </a:p>
        </p:txBody>
      </p:sp>
      <p:pic>
        <p:nvPicPr>
          <p:cNvPr id="13" name="Imagem 1">
            <a:extLst>
              <a:ext uri="{FF2B5EF4-FFF2-40B4-BE49-F238E27FC236}">
                <a16:creationId xmlns:a16="http://schemas.microsoft.com/office/drawing/2014/main" id="{135D7F61-411D-470C-A791-15B902D5E9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76404" y="205772"/>
            <a:ext cx="849110" cy="228411"/>
          </a:xfrm>
          <a:prstGeom prst="rect">
            <a:avLst/>
          </a:prstGeom>
        </p:spPr>
      </p:pic>
    </p:spTree>
    <p:extLst>
      <p:ext uri="{BB962C8B-B14F-4D97-AF65-F5344CB8AC3E}">
        <p14:creationId xmlns:p14="http://schemas.microsoft.com/office/powerpoint/2010/main" val="111433639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Straight Connector 15"/>
          <p:cNvCxnSpPr/>
          <p:nvPr/>
        </p:nvCxnSpPr>
        <p:spPr>
          <a:xfrm>
            <a:off x="4231054" y="4086918"/>
            <a:ext cx="681905" cy="0"/>
          </a:xfrm>
          <a:prstGeom prst="line">
            <a:avLst/>
          </a:prstGeom>
          <a:ln w="12700">
            <a:solidFill>
              <a:srgbClr val="ED145B"/>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4231054" y="3368855"/>
            <a:ext cx="681905" cy="0"/>
          </a:xfrm>
          <a:prstGeom prst="line">
            <a:avLst/>
          </a:prstGeom>
          <a:ln w="12700">
            <a:solidFill>
              <a:srgbClr val="ED145B"/>
            </a:solidFill>
          </a:ln>
          <a:effectLst/>
        </p:spPr>
        <p:style>
          <a:lnRef idx="2">
            <a:schemeClr val="accent1"/>
          </a:lnRef>
          <a:fillRef idx="0">
            <a:schemeClr val="accent1"/>
          </a:fillRef>
          <a:effectRef idx="1">
            <a:schemeClr val="accent1"/>
          </a:effectRef>
          <a:fontRef idx="minor">
            <a:schemeClr val="tx1"/>
          </a:fontRef>
        </p:style>
      </p:cxnSp>
      <p:sp>
        <p:nvSpPr>
          <p:cNvPr id="18" name="Retângulo 4"/>
          <p:cNvSpPr/>
          <p:nvPr/>
        </p:nvSpPr>
        <p:spPr>
          <a:xfrm>
            <a:off x="1258224" y="3368855"/>
            <a:ext cx="6533600" cy="71806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pt-BR" dirty="0">
                <a:solidFill>
                  <a:srgbClr val="91A3AD"/>
                </a:solidFill>
                <a:latin typeface="Gotham HTF Book"/>
                <a:cs typeface="Gotham HTF Book"/>
              </a:rPr>
              <a:t>CALENDÁRIO</a:t>
            </a:r>
          </a:p>
        </p:txBody>
      </p:sp>
      <p:sp>
        <p:nvSpPr>
          <p:cNvPr id="19" name="Retângulo 4"/>
          <p:cNvSpPr/>
          <p:nvPr/>
        </p:nvSpPr>
        <p:spPr>
          <a:xfrm>
            <a:off x="1258224" y="2650791"/>
            <a:ext cx="6533600" cy="71806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pt-BR" dirty="0">
                <a:solidFill>
                  <a:srgbClr val="91A3AD"/>
                </a:solidFill>
                <a:latin typeface="Gotham HTF Book"/>
                <a:cs typeface="Gotham HTF Book"/>
              </a:rPr>
              <a:t>CASE</a:t>
            </a:r>
          </a:p>
        </p:txBody>
      </p:sp>
      <p:sp>
        <p:nvSpPr>
          <p:cNvPr id="20" name="Retângulo 4"/>
          <p:cNvSpPr/>
          <p:nvPr/>
        </p:nvSpPr>
        <p:spPr>
          <a:xfrm>
            <a:off x="1258224" y="4086917"/>
            <a:ext cx="6533600" cy="71806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pt-BR" dirty="0">
                <a:solidFill>
                  <a:srgbClr val="91A3AD"/>
                </a:solidFill>
                <a:latin typeface="Gotham HTF Book"/>
                <a:cs typeface="Gotham HTF Book"/>
              </a:rPr>
              <a:t>OS ENTREGÁVEIS DA GS/PS</a:t>
            </a:r>
          </a:p>
        </p:txBody>
      </p:sp>
      <p:sp>
        <p:nvSpPr>
          <p:cNvPr id="8" name="Título 7">
            <a:extLst>
              <a:ext uri="{FF2B5EF4-FFF2-40B4-BE49-F238E27FC236}">
                <a16:creationId xmlns:a16="http://schemas.microsoft.com/office/drawing/2014/main" id="{97789458-16C7-E895-64C6-9087671ABE19}"/>
              </a:ext>
            </a:extLst>
          </p:cNvPr>
          <p:cNvSpPr>
            <a:spLocks noGrp="1"/>
          </p:cNvSpPr>
          <p:nvPr>
            <p:ph type="title"/>
          </p:nvPr>
        </p:nvSpPr>
        <p:spPr/>
        <p:txBody>
          <a:bodyPr/>
          <a:lstStyle/>
          <a:p>
            <a:r>
              <a:rPr lang="pt-BR" dirty="0"/>
              <a:t>AGENDA</a:t>
            </a:r>
          </a:p>
        </p:txBody>
      </p:sp>
    </p:spTree>
    <p:extLst>
      <p:ext uri="{BB962C8B-B14F-4D97-AF65-F5344CB8AC3E}">
        <p14:creationId xmlns:p14="http://schemas.microsoft.com/office/powerpoint/2010/main" val="621911335"/>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35D49E33-FA1C-4313-943B-9AF246E7C36D}"/>
              </a:ext>
            </a:extLst>
          </p:cNvPr>
          <p:cNvSpPr/>
          <p:nvPr/>
        </p:nvSpPr>
        <p:spPr>
          <a:xfrm>
            <a:off x="934354" y="1305590"/>
            <a:ext cx="7275292" cy="3108543"/>
          </a:xfrm>
          <a:prstGeom prst="rect">
            <a:avLst/>
          </a:prstGeom>
        </p:spPr>
        <p:txBody>
          <a:bodyPr wrap="square">
            <a:spAutoFit/>
          </a:bodyPr>
          <a:lstStyle/>
          <a:p>
            <a:r>
              <a:rPr lang="pt-BR" sz="2000" dirty="0" err="1">
                <a:solidFill>
                  <a:srgbClr val="ED1C5A"/>
                </a:solidFill>
                <a:latin typeface="Gotham HTF Book" pitchFamily="50" charset="0"/>
              </a:rPr>
              <a:t>Electrical</a:t>
            </a:r>
            <a:r>
              <a:rPr lang="pt-BR" sz="2000" dirty="0">
                <a:solidFill>
                  <a:srgbClr val="ED1C5A"/>
                </a:solidFill>
                <a:latin typeface="Gotham HTF Book" pitchFamily="50" charset="0"/>
              </a:rPr>
              <a:t> </a:t>
            </a:r>
            <a:r>
              <a:rPr lang="pt-BR" sz="2000" dirty="0" err="1">
                <a:solidFill>
                  <a:srgbClr val="ED1C5A"/>
                </a:solidFill>
                <a:latin typeface="Gotham HTF Book" pitchFamily="50" charset="0"/>
              </a:rPr>
              <a:t>Mobility</a:t>
            </a:r>
            <a:endParaRPr lang="pt-BR" sz="2000" dirty="0">
              <a:solidFill>
                <a:srgbClr val="ED1C5A"/>
              </a:solidFill>
              <a:latin typeface="Gotham HTF Book" pitchFamily="50" charset="0"/>
            </a:endParaRPr>
          </a:p>
          <a:p>
            <a:endParaRPr lang="pt-BR" sz="1600" dirty="0">
              <a:solidFill>
                <a:srgbClr val="92A3AD"/>
              </a:solidFill>
              <a:latin typeface="Gotham HTF Book" pitchFamily="50" charset="0"/>
            </a:endParaRPr>
          </a:p>
          <a:p>
            <a:r>
              <a:rPr lang="pt-BR" sz="1600" dirty="0">
                <a:solidFill>
                  <a:srgbClr val="92A3AD"/>
                </a:solidFill>
                <a:latin typeface="Gotham HTF Book" pitchFamily="50" charset="0"/>
              </a:rPr>
              <a:t>A mobilidade pode ser alcançada por diferentes tipos de veículos: barcos, carros, ônibus, aviões, bicicletas etc. Veículo elétrico é um tipo de veículo que utiliza propulsão por meio de motores elétricos. É composto por um sistema primário de energia, uma ou mais máquinas elétricas e um sistema de acionamento e controle de velocidade ou binário.  Os veículos elétricos fazem parte do grupo dos veículos denominados zero emissões, que por terem um meio de locomoção não poluente não emitem quaisquer gases nocivos para o ambiente, nem emitem ruído considerável, uma vez que motores elétricos são mais silenciosos que motores de combustão interna. Nesse desafio vocês ajudarão a desenvolver soluções para os mais variados tipos de veículos elétricos.</a:t>
            </a:r>
          </a:p>
        </p:txBody>
      </p:sp>
      <p:sp>
        <p:nvSpPr>
          <p:cNvPr id="12" name="Título 11">
            <a:extLst>
              <a:ext uri="{FF2B5EF4-FFF2-40B4-BE49-F238E27FC236}">
                <a16:creationId xmlns:a16="http://schemas.microsoft.com/office/drawing/2014/main" id="{AB1B4956-5609-14E1-D465-F67D5F197662}"/>
              </a:ext>
            </a:extLst>
          </p:cNvPr>
          <p:cNvSpPr>
            <a:spLocks noGrp="1"/>
          </p:cNvSpPr>
          <p:nvPr>
            <p:ph type="title"/>
          </p:nvPr>
        </p:nvSpPr>
        <p:spPr/>
        <p:txBody>
          <a:bodyPr/>
          <a:lstStyle/>
          <a:p>
            <a:r>
              <a:rPr lang="pt-BR" dirty="0"/>
              <a:t>CASE</a:t>
            </a:r>
          </a:p>
        </p:txBody>
      </p:sp>
    </p:spTree>
    <p:extLst>
      <p:ext uri="{BB962C8B-B14F-4D97-AF65-F5344CB8AC3E}">
        <p14:creationId xmlns:p14="http://schemas.microsoft.com/office/powerpoint/2010/main" val="129531491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96E67B-468B-9C8B-C709-D9E680065E19}"/>
              </a:ext>
            </a:extLst>
          </p:cNvPr>
          <p:cNvSpPr>
            <a:spLocks noGrp="1"/>
          </p:cNvSpPr>
          <p:nvPr>
            <p:ph type="title"/>
          </p:nvPr>
        </p:nvSpPr>
        <p:spPr/>
        <p:txBody>
          <a:bodyPr/>
          <a:lstStyle/>
          <a:p>
            <a:r>
              <a:rPr lang="pt-BR" dirty="0"/>
              <a:t>CALENDÁRIO</a:t>
            </a:r>
          </a:p>
        </p:txBody>
      </p:sp>
      <p:sp>
        <p:nvSpPr>
          <p:cNvPr id="3" name="Retângulo 2">
            <a:extLst>
              <a:ext uri="{FF2B5EF4-FFF2-40B4-BE49-F238E27FC236}">
                <a16:creationId xmlns:a16="http://schemas.microsoft.com/office/drawing/2014/main" id="{A06BB233-66E2-8B4F-6624-33C959C6E56A}"/>
              </a:ext>
            </a:extLst>
          </p:cNvPr>
          <p:cNvSpPr/>
          <p:nvPr/>
        </p:nvSpPr>
        <p:spPr>
          <a:xfrm>
            <a:off x="1381158" y="1431546"/>
            <a:ext cx="6381683" cy="2977995"/>
          </a:xfrm>
          <a:prstGeom prst="rect">
            <a:avLst/>
          </a:prstGeom>
        </p:spPr>
        <p:txBody>
          <a:bodyPr wrap="square">
            <a:spAutoFit/>
          </a:bodyPr>
          <a:lstStyle/>
          <a:p>
            <a:pPr>
              <a:lnSpc>
                <a:spcPct val="200000"/>
              </a:lnSpc>
            </a:pPr>
            <a:r>
              <a:rPr lang="pt-BR" sz="1600" dirty="0">
                <a:solidFill>
                  <a:srgbClr val="ED1C5A"/>
                </a:solidFill>
                <a:latin typeface="Gotham HTF Book" pitchFamily="50" charset="0"/>
              </a:rPr>
              <a:t>Do dia 30 de maio ao dia 03 de junho</a:t>
            </a:r>
          </a:p>
          <a:p>
            <a:pPr>
              <a:lnSpc>
                <a:spcPct val="200000"/>
              </a:lnSpc>
            </a:pPr>
            <a:r>
              <a:rPr lang="pt-BR" sz="1600" dirty="0">
                <a:solidFill>
                  <a:srgbClr val="92A3AD"/>
                </a:solidFill>
                <a:latin typeface="Gotham HTF Book" pitchFamily="50" charset="0"/>
              </a:rPr>
              <a:t> Dúvidas sobre as atividades via </a:t>
            </a:r>
            <a:r>
              <a:rPr lang="pt-BR" sz="1600" dirty="0" err="1">
                <a:solidFill>
                  <a:srgbClr val="92A3AD"/>
                </a:solidFill>
                <a:latin typeface="Gotham HTF Book" pitchFamily="50" charset="0"/>
              </a:rPr>
              <a:t>Teams</a:t>
            </a:r>
            <a:endParaRPr lang="pt-BR" sz="1600" dirty="0">
              <a:solidFill>
                <a:srgbClr val="92A3AD"/>
              </a:solidFill>
              <a:latin typeface="Gotham HTF Book" pitchFamily="50" charset="0"/>
            </a:endParaRPr>
          </a:p>
          <a:p>
            <a:pPr>
              <a:lnSpc>
                <a:spcPct val="200000"/>
              </a:lnSpc>
            </a:pPr>
            <a:endParaRPr lang="pt-BR" sz="1600" dirty="0">
              <a:solidFill>
                <a:srgbClr val="92A3AD"/>
              </a:solidFill>
              <a:latin typeface="Gotham HTF Book" pitchFamily="50" charset="0"/>
            </a:endParaRPr>
          </a:p>
          <a:p>
            <a:pPr>
              <a:lnSpc>
                <a:spcPct val="200000"/>
              </a:lnSpc>
            </a:pPr>
            <a:r>
              <a:rPr lang="pt-BR" sz="1600" dirty="0">
                <a:solidFill>
                  <a:srgbClr val="ED1C5A"/>
                </a:solidFill>
                <a:latin typeface="Gotham HTF Book" pitchFamily="50" charset="0"/>
              </a:rPr>
              <a:t>Do dia 06 de junho ao dia 10 de junho</a:t>
            </a:r>
          </a:p>
          <a:p>
            <a:pPr>
              <a:lnSpc>
                <a:spcPct val="200000"/>
              </a:lnSpc>
            </a:pPr>
            <a:r>
              <a:rPr lang="pt-BR" sz="1600" dirty="0">
                <a:solidFill>
                  <a:srgbClr val="92A3AD"/>
                </a:solidFill>
                <a:latin typeface="Gotham HTF Book" pitchFamily="50" charset="0"/>
              </a:rPr>
              <a:t>Entrega das atividades no dia da disciplina do professor em Entrega de Trabalho no Portal do Aluno</a:t>
            </a:r>
          </a:p>
        </p:txBody>
      </p:sp>
    </p:spTree>
    <p:extLst>
      <p:ext uri="{BB962C8B-B14F-4D97-AF65-F5344CB8AC3E}">
        <p14:creationId xmlns:p14="http://schemas.microsoft.com/office/powerpoint/2010/main" val="85706250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7DDD29-2E52-4E7E-8953-F53E27D27CD8}"/>
              </a:ext>
            </a:extLst>
          </p:cNvPr>
          <p:cNvSpPr>
            <a:spLocks noGrp="1"/>
          </p:cNvSpPr>
          <p:nvPr>
            <p:ph type="title"/>
          </p:nvPr>
        </p:nvSpPr>
        <p:spPr>
          <a:xfrm>
            <a:off x="1812726" y="1189798"/>
            <a:ext cx="5518547" cy="1741289"/>
          </a:xfrm>
        </p:spPr>
        <p:txBody>
          <a:bodyPr/>
          <a:lstStyle/>
          <a:p>
            <a:r>
              <a:rPr lang="pt-BR" dirty="0"/>
              <a:t>OS ENTREGÁVEIS</a:t>
            </a:r>
          </a:p>
        </p:txBody>
      </p:sp>
    </p:spTree>
    <p:extLst>
      <p:ext uri="{BB962C8B-B14F-4D97-AF65-F5344CB8AC3E}">
        <p14:creationId xmlns:p14="http://schemas.microsoft.com/office/powerpoint/2010/main" val="373402133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08F63AFE-172A-4057-848A-02D55C527FFB}"/>
              </a:ext>
            </a:extLst>
          </p:cNvPr>
          <p:cNvSpPr>
            <a:spLocks noGrp="1"/>
          </p:cNvSpPr>
          <p:nvPr>
            <p:ph type="title"/>
          </p:nvPr>
        </p:nvSpPr>
        <p:spPr/>
        <p:txBody>
          <a:bodyPr/>
          <a:lstStyle/>
          <a:p>
            <a:r>
              <a:rPr lang="pt-BR" dirty="0"/>
              <a:t>   </a:t>
            </a:r>
          </a:p>
        </p:txBody>
      </p:sp>
      <p:sp>
        <p:nvSpPr>
          <p:cNvPr id="5" name="Retângulo 4">
            <a:extLst>
              <a:ext uri="{FF2B5EF4-FFF2-40B4-BE49-F238E27FC236}">
                <a16:creationId xmlns:a16="http://schemas.microsoft.com/office/drawing/2014/main" id="{5279DD2A-01E2-4C8A-8955-3A412274D9C1}"/>
              </a:ext>
            </a:extLst>
          </p:cNvPr>
          <p:cNvSpPr/>
          <p:nvPr/>
        </p:nvSpPr>
        <p:spPr>
          <a:xfrm>
            <a:off x="1381158" y="1968874"/>
            <a:ext cx="6381683" cy="1500667"/>
          </a:xfrm>
          <a:prstGeom prst="rect">
            <a:avLst/>
          </a:prstGeom>
        </p:spPr>
        <p:txBody>
          <a:bodyPr wrap="square">
            <a:spAutoFit/>
          </a:bodyPr>
          <a:lstStyle/>
          <a:p>
            <a:pPr>
              <a:lnSpc>
                <a:spcPct val="200000"/>
              </a:lnSpc>
            </a:pPr>
            <a:r>
              <a:rPr lang="pt-BR" sz="1600" dirty="0">
                <a:solidFill>
                  <a:srgbClr val="92A3AD"/>
                </a:solidFill>
                <a:latin typeface="Gotham HTF Book" pitchFamily="50" charset="0"/>
              </a:rPr>
              <a:t>Cada professor </a:t>
            </a:r>
            <a:r>
              <a:rPr lang="pt-BR" sz="1600" dirty="0">
                <a:solidFill>
                  <a:srgbClr val="ED1C5A"/>
                </a:solidFill>
                <a:latin typeface="Gotham HTF Book" pitchFamily="50" charset="0"/>
              </a:rPr>
              <a:t>demandará uma atividade/tarefa específica</a:t>
            </a:r>
            <a:r>
              <a:rPr lang="pt-BR" sz="1600" dirty="0">
                <a:solidFill>
                  <a:srgbClr val="92A3AD"/>
                </a:solidFill>
                <a:latin typeface="Gotham HTF Book" pitchFamily="50" charset="0"/>
              </a:rPr>
              <a:t>, a qual ele utilizará para dar a nota de GS/PS. A entrega dessas atividades será diretamente para o professor da disciplina.</a:t>
            </a:r>
          </a:p>
        </p:txBody>
      </p:sp>
    </p:spTree>
    <p:extLst>
      <p:ext uri="{BB962C8B-B14F-4D97-AF65-F5344CB8AC3E}">
        <p14:creationId xmlns:p14="http://schemas.microsoft.com/office/powerpoint/2010/main" val="85199810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B7B0E5D9-FF86-4348-B68F-AB04A1A83ADF}"/>
              </a:ext>
            </a:extLst>
          </p:cNvPr>
          <p:cNvSpPr>
            <a:spLocks noGrp="1"/>
          </p:cNvSpPr>
          <p:nvPr>
            <p:ph type="title"/>
          </p:nvPr>
        </p:nvSpPr>
        <p:spPr/>
        <p:txBody>
          <a:bodyPr/>
          <a:lstStyle/>
          <a:p>
            <a:r>
              <a:rPr lang="pt-BR" dirty="0"/>
              <a:t>DISCIPLINA 05</a:t>
            </a:r>
          </a:p>
        </p:txBody>
      </p:sp>
      <p:sp>
        <p:nvSpPr>
          <p:cNvPr id="3" name="Retângulo 2">
            <a:extLst>
              <a:ext uri="{FF2B5EF4-FFF2-40B4-BE49-F238E27FC236}">
                <a16:creationId xmlns:a16="http://schemas.microsoft.com/office/drawing/2014/main" id="{1FD0D007-BAFC-4E1E-87C6-F5FEB9C754A7}"/>
              </a:ext>
            </a:extLst>
          </p:cNvPr>
          <p:cNvSpPr/>
          <p:nvPr/>
        </p:nvSpPr>
        <p:spPr>
          <a:xfrm>
            <a:off x="1487892" y="4523749"/>
            <a:ext cx="6381683" cy="523220"/>
          </a:xfrm>
          <a:prstGeom prst="rect">
            <a:avLst/>
          </a:prstGeom>
        </p:spPr>
        <p:txBody>
          <a:bodyPr wrap="square">
            <a:spAutoFit/>
          </a:bodyPr>
          <a:lstStyle/>
          <a:p>
            <a:r>
              <a:rPr lang="pt-BR" sz="1400" dirty="0">
                <a:solidFill>
                  <a:srgbClr val="92A3AD"/>
                </a:solidFill>
                <a:latin typeface="Gotham HTF Book" pitchFamily="50" charset="0"/>
              </a:rPr>
              <a:t>Para mais informações, verifique no portal do aluno, na disciplina do professor ou diretamente com ele</a:t>
            </a:r>
            <a:endParaRPr lang="pt-BR" sz="1100" dirty="0">
              <a:solidFill>
                <a:srgbClr val="92A3AD"/>
              </a:solidFill>
              <a:latin typeface="Gotham HTF Book" pitchFamily="50" charset="0"/>
            </a:endParaRPr>
          </a:p>
        </p:txBody>
      </p:sp>
      <p:sp>
        <p:nvSpPr>
          <p:cNvPr id="6" name="Retângulo 5">
            <a:extLst>
              <a:ext uri="{FF2B5EF4-FFF2-40B4-BE49-F238E27FC236}">
                <a16:creationId xmlns:a16="http://schemas.microsoft.com/office/drawing/2014/main" id="{5A981A95-1ED9-2A90-1C48-9F0CCAD2007E}"/>
              </a:ext>
            </a:extLst>
          </p:cNvPr>
          <p:cNvSpPr/>
          <p:nvPr/>
        </p:nvSpPr>
        <p:spPr>
          <a:xfrm>
            <a:off x="1398681" y="846958"/>
            <a:ext cx="6231939" cy="1261884"/>
          </a:xfrm>
          <a:prstGeom prst="rect">
            <a:avLst/>
          </a:prstGeom>
        </p:spPr>
        <p:txBody>
          <a:bodyPr wrap="square">
            <a:spAutoFit/>
          </a:bodyPr>
          <a:lstStyle/>
          <a:p>
            <a:pPr algn="just"/>
            <a:r>
              <a:rPr lang="pt-BR" sz="2000" dirty="0">
                <a:solidFill>
                  <a:srgbClr val="ED1C5A"/>
                </a:solidFill>
                <a:latin typeface="Gotham HTF Book" pitchFamily="50" charset="0"/>
              </a:rPr>
              <a:t>Energia, Cinemática, Forças e Ondas</a:t>
            </a:r>
          </a:p>
          <a:p>
            <a:pPr algn="just"/>
            <a:endParaRPr lang="pt-BR" sz="2000" dirty="0">
              <a:solidFill>
                <a:srgbClr val="ED1C5A"/>
              </a:solidFill>
              <a:latin typeface="Gotham HTF Book" pitchFamily="50" charset="0"/>
            </a:endParaRPr>
          </a:p>
          <a:p>
            <a:pPr algn="just"/>
            <a:r>
              <a:rPr lang="pt-BR" sz="1800" dirty="0">
                <a:solidFill>
                  <a:schemeClr val="tx2">
                    <a:lumMod val="40000"/>
                    <a:lumOff val="60000"/>
                  </a:schemeClr>
                </a:solidFill>
              </a:rPr>
              <a:t>Levantamento, especificação e definição de tolerâncias de grandezas físicas envolvidas com o projeto de hardware.</a:t>
            </a:r>
            <a:endParaRPr lang="pt-BR" sz="1800" b="0" i="0" dirty="0">
              <a:solidFill>
                <a:schemeClr val="tx2">
                  <a:lumMod val="40000"/>
                  <a:lumOff val="60000"/>
                </a:schemeClr>
              </a:solidFill>
              <a:effectLst/>
            </a:endParaRPr>
          </a:p>
        </p:txBody>
      </p:sp>
      <p:pic>
        <p:nvPicPr>
          <p:cNvPr id="5" name="Imagem 4">
            <a:extLst>
              <a:ext uri="{FF2B5EF4-FFF2-40B4-BE49-F238E27FC236}">
                <a16:creationId xmlns:a16="http://schemas.microsoft.com/office/drawing/2014/main" id="{9EF32342-A9D0-4612-A7B5-4281AC6543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5716" y="2278023"/>
            <a:ext cx="2076544" cy="2076544"/>
          </a:xfrm>
          <a:prstGeom prst="rect">
            <a:avLst/>
          </a:prstGeom>
        </p:spPr>
      </p:pic>
    </p:spTree>
    <p:extLst>
      <p:ext uri="{BB962C8B-B14F-4D97-AF65-F5344CB8AC3E}">
        <p14:creationId xmlns:p14="http://schemas.microsoft.com/office/powerpoint/2010/main" val="140384837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C1FFAF0E-EBA2-4B5F-9186-866F5186C318}"/>
              </a:ext>
            </a:extLst>
          </p:cNvPr>
          <p:cNvSpPr/>
          <p:nvPr/>
        </p:nvSpPr>
        <p:spPr>
          <a:xfrm>
            <a:off x="1016277" y="871494"/>
            <a:ext cx="7800535" cy="2462213"/>
          </a:xfrm>
          <a:prstGeom prst="rect">
            <a:avLst/>
          </a:prstGeom>
        </p:spPr>
        <p:txBody>
          <a:bodyPr wrap="square">
            <a:spAutoFit/>
          </a:bodyPr>
          <a:lstStyle/>
          <a:p>
            <a:pPr algn="just"/>
            <a:r>
              <a:rPr lang="pt-BR" sz="1400" dirty="0">
                <a:solidFill>
                  <a:schemeClr val="tx2">
                    <a:lumMod val="40000"/>
                    <a:lumOff val="60000"/>
                  </a:schemeClr>
                </a:solidFill>
              </a:rPr>
              <a:t>	 Certamente sua solução fará intenso uso de sensores para a medição de grandezas físicas. Se estes sensores não atenderem requisitos criteriosos ou mesmo se não estiverem calibrados o resultado poderá levar à inviabilidade do projeto, ou mesmo acidentes! Aproveitando esta importância que as medições terão neste projeto, a disciplina de ECFO apresenta como atividade:</a:t>
            </a:r>
          </a:p>
          <a:p>
            <a:pPr algn="just"/>
            <a:endParaRPr lang="pt-BR" sz="1400" dirty="0">
              <a:solidFill>
                <a:schemeClr val="tx2">
                  <a:lumMod val="40000"/>
                  <a:lumOff val="60000"/>
                </a:schemeClr>
              </a:solidFill>
            </a:endParaRPr>
          </a:p>
          <a:p>
            <a:pPr algn="just"/>
            <a:r>
              <a:rPr lang="pt-BR" sz="1400" b="1" dirty="0">
                <a:solidFill>
                  <a:srgbClr val="FF0000"/>
                </a:solidFill>
              </a:rPr>
              <a:t>Parte I:</a:t>
            </a:r>
          </a:p>
          <a:p>
            <a:pPr algn="just"/>
            <a:endParaRPr lang="pt-BR" sz="1400" b="1" dirty="0">
              <a:solidFill>
                <a:srgbClr val="FF0000"/>
              </a:solidFill>
            </a:endParaRPr>
          </a:p>
          <a:p>
            <a:pPr algn="just"/>
            <a:r>
              <a:rPr lang="pt-BR" sz="1400" dirty="0">
                <a:solidFill>
                  <a:schemeClr val="tx2">
                    <a:lumMod val="40000"/>
                    <a:lumOff val="60000"/>
                  </a:schemeClr>
                </a:solidFill>
              </a:rPr>
              <a:t>(a) Identifique algumas grandezas físicas cujas medições sejam necessárias de serem feitas pela situação proposta.</a:t>
            </a:r>
          </a:p>
          <a:p>
            <a:pPr algn="just"/>
            <a:r>
              <a:rPr lang="pt-BR" sz="1400" dirty="0">
                <a:solidFill>
                  <a:schemeClr val="tx2">
                    <a:lumMod val="40000"/>
                    <a:lumOff val="60000"/>
                  </a:schemeClr>
                </a:solidFill>
              </a:rPr>
              <a:t>(b) Defina seus valores máximos e mínimos e acordo com a aplicação.</a:t>
            </a:r>
          </a:p>
          <a:p>
            <a:pPr algn="just"/>
            <a:r>
              <a:rPr lang="pt-BR" sz="1400" dirty="0">
                <a:solidFill>
                  <a:schemeClr val="tx2">
                    <a:lumMod val="40000"/>
                    <a:lumOff val="60000"/>
                  </a:schemeClr>
                </a:solidFill>
              </a:rPr>
              <a:t>(c) Defina a resolução adequada á medição.</a:t>
            </a:r>
            <a:endParaRPr lang="pt-BR" sz="1400" b="0" i="0" dirty="0">
              <a:solidFill>
                <a:schemeClr val="tx2">
                  <a:lumMod val="40000"/>
                  <a:lumOff val="60000"/>
                </a:schemeClr>
              </a:solidFill>
              <a:effectLst/>
            </a:endParaRPr>
          </a:p>
        </p:txBody>
      </p:sp>
    </p:spTree>
    <p:extLst>
      <p:ext uri="{BB962C8B-B14F-4D97-AF65-F5344CB8AC3E}">
        <p14:creationId xmlns:p14="http://schemas.microsoft.com/office/powerpoint/2010/main" val="119154283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B579981E-8897-4C5E-82B7-51FA400642BA}"/>
              </a:ext>
            </a:extLst>
          </p:cNvPr>
          <p:cNvSpPr/>
          <p:nvPr/>
        </p:nvSpPr>
        <p:spPr>
          <a:xfrm>
            <a:off x="1016277" y="871494"/>
            <a:ext cx="7800535" cy="2246769"/>
          </a:xfrm>
          <a:prstGeom prst="rect">
            <a:avLst/>
          </a:prstGeom>
        </p:spPr>
        <p:txBody>
          <a:bodyPr wrap="square">
            <a:spAutoFit/>
          </a:bodyPr>
          <a:lstStyle/>
          <a:p>
            <a:pPr algn="just"/>
            <a:r>
              <a:rPr lang="pt-BR" sz="1400" b="1" dirty="0">
                <a:solidFill>
                  <a:srgbClr val="FF0000"/>
                </a:solidFill>
              </a:rPr>
              <a:t>Parte II:</a:t>
            </a:r>
          </a:p>
          <a:p>
            <a:pPr algn="just"/>
            <a:endParaRPr lang="pt-BR" sz="1400" b="1" dirty="0">
              <a:solidFill>
                <a:srgbClr val="FF0000"/>
              </a:solidFill>
            </a:endParaRPr>
          </a:p>
          <a:p>
            <a:pPr algn="just"/>
            <a:r>
              <a:rPr lang="pt-BR" sz="1400" dirty="0">
                <a:solidFill>
                  <a:schemeClr val="tx2">
                    <a:lumMod val="40000"/>
                    <a:lumOff val="60000"/>
                  </a:schemeClr>
                </a:solidFill>
              </a:rPr>
              <a:t>(a)	Pesquise sobre e escolha um sensor adequando para as grandezas tratadas na primeira entrega;</a:t>
            </a:r>
          </a:p>
          <a:p>
            <a:pPr algn="just"/>
            <a:endParaRPr lang="pt-BR" sz="1400" dirty="0">
              <a:solidFill>
                <a:schemeClr val="tx2">
                  <a:lumMod val="40000"/>
                  <a:lumOff val="60000"/>
                </a:schemeClr>
              </a:solidFill>
            </a:endParaRPr>
          </a:p>
          <a:p>
            <a:pPr algn="just"/>
            <a:r>
              <a:rPr lang="pt-BR" sz="1400" dirty="0">
                <a:solidFill>
                  <a:schemeClr val="tx2">
                    <a:lumMod val="40000"/>
                    <a:lumOff val="60000"/>
                  </a:schemeClr>
                </a:solidFill>
              </a:rPr>
              <a:t>(b) Proponha um procedimento de calibração simples para os equipamentos (sensores) que farão a medição destas grandeza.</a:t>
            </a:r>
          </a:p>
          <a:p>
            <a:pPr algn="just"/>
            <a:endParaRPr lang="pt-BR" sz="1400" dirty="0">
              <a:solidFill>
                <a:schemeClr val="tx2">
                  <a:lumMod val="40000"/>
                  <a:lumOff val="60000"/>
                </a:schemeClr>
              </a:solidFill>
            </a:endParaRPr>
          </a:p>
          <a:p>
            <a:pPr algn="just"/>
            <a:r>
              <a:rPr lang="pt-BR" sz="1400" dirty="0">
                <a:solidFill>
                  <a:schemeClr val="tx2">
                    <a:lumMod val="40000"/>
                    <a:lumOff val="60000"/>
                  </a:schemeClr>
                </a:solidFill>
              </a:rPr>
              <a:t>OBS: Você não precisa definir quais sensores serão utilizados. No procedimento de calibração diga quais serão os gráficos e os procedimentos matemáticos necessários. O procedimento de calibração pode ser feito para apenas uma grandeza, a sua escolha.</a:t>
            </a:r>
            <a:endParaRPr lang="pt-BR" sz="1400" b="0" i="0" dirty="0">
              <a:solidFill>
                <a:schemeClr val="tx2">
                  <a:lumMod val="40000"/>
                  <a:lumOff val="60000"/>
                </a:schemeClr>
              </a:solidFill>
              <a:effectLst/>
            </a:endParaRPr>
          </a:p>
        </p:txBody>
      </p:sp>
    </p:spTree>
    <p:extLst>
      <p:ext uri="{BB962C8B-B14F-4D97-AF65-F5344CB8AC3E}">
        <p14:creationId xmlns:p14="http://schemas.microsoft.com/office/powerpoint/2010/main" val="267455543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03A6D90D-D7DF-4C03-ABD3-4691187A9938}"/>
              </a:ext>
            </a:extLst>
          </p:cNvPr>
          <p:cNvSpPr>
            <a:spLocks noGrp="1"/>
          </p:cNvSpPr>
          <p:nvPr>
            <p:ph type="title"/>
          </p:nvPr>
        </p:nvSpPr>
        <p:spPr>
          <a:xfrm>
            <a:off x="1645295" y="234404"/>
            <a:ext cx="5853410" cy="721415"/>
          </a:xfrm>
        </p:spPr>
        <p:txBody>
          <a:bodyPr/>
          <a:lstStyle/>
          <a:p>
            <a:r>
              <a:rPr lang="pt-BR" dirty="0"/>
              <a:t>ONDE ENTREGAR?</a:t>
            </a:r>
          </a:p>
        </p:txBody>
      </p:sp>
      <p:sp>
        <p:nvSpPr>
          <p:cNvPr id="5" name="Retângulo 4">
            <a:extLst>
              <a:ext uri="{FF2B5EF4-FFF2-40B4-BE49-F238E27FC236}">
                <a16:creationId xmlns:a16="http://schemas.microsoft.com/office/drawing/2014/main" id="{177DEED2-A533-4B11-AD4B-2C818426944B}"/>
              </a:ext>
            </a:extLst>
          </p:cNvPr>
          <p:cNvSpPr/>
          <p:nvPr/>
        </p:nvSpPr>
        <p:spPr>
          <a:xfrm>
            <a:off x="555674" y="1574586"/>
            <a:ext cx="8306972" cy="421654"/>
          </a:xfrm>
          <a:prstGeom prst="rect">
            <a:avLst/>
          </a:prstGeom>
        </p:spPr>
        <p:txBody>
          <a:bodyPr wrap="square">
            <a:spAutoFit/>
          </a:bodyPr>
          <a:lstStyle/>
          <a:p>
            <a:pPr algn="just">
              <a:lnSpc>
                <a:spcPct val="107000"/>
              </a:lnSpc>
              <a:spcAft>
                <a:spcPts val="800"/>
              </a:spcAft>
            </a:pPr>
            <a:r>
              <a:rPr lang="pt-BR" sz="2000"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Portal FIAP </a:t>
            </a:r>
            <a:r>
              <a:rPr lang="pt-BR" sz="2000" dirty="0">
                <a:solidFill>
                  <a:srgbClr val="ED1C5A"/>
                </a:solidFill>
                <a:effectLst/>
                <a:latin typeface="Calibri" panose="020F0502020204030204" pitchFamily="34" charset="0"/>
                <a:ea typeface="Calibri" panose="020F0502020204030204" pitchFamily="34" charset="0"/>
                <a:cs typeface="Calibri" panose="020F0502020204030204" pitchFamily="34" charset="0"/>
              </a:rPr>
              <a:t>&gt;</a:t>
            </a:r>
            <a:r>
              <a:rPr lang="pt-BR" sz="2000"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 </a:t>
            </a:r>
            <a:r>
              <a:rPr lang="pt-BR" sz="2000" dirty="0">
                <a:solidFill>
                  <a:srgbClr val="92A3AD"/>
                </a:solidFill>
                <a:effectLst/>
                <a:latin typeface="Arial" panose="020B0604020202020204" pitchFamily="34" charset="0"/>
                <a:ea typeface="Calibri" panose="020F0502020204030204" pitchFamily="34" charset="0"/>
                <a:cs typeface="Calibri" panose="020F0502020204030204" pitchFamily="34" charset="0"/>
              </a:rPr>
              <a:t>Energia, cinemática, força e ondas </a:t>
            </a:r>
            <a:r>
              <a:rPr lang="pt-BR" sz="2000" dirty="0">
                <a:solidFill>
                  <a:srgbClr val="ED1C5A"/>
                </a:solidFill>
                <a:latin typeface="Calibri" panose="020F0502020204030204" pitchFamily="34" charset="0"/>
                <a:ea typeface="Calibri" panose="020F0502020204030204" pitchFamily="34" charset="0"/>
                <a:cs typeface="Calibri" panose="020F0502020204030204" pitchFamily="34" charset="0"/>
              </a:rPr>
              <a:t>&gt;</a:t>
            </a:r>
            <a:r>
              <a:rPr lang="pt-BR" sz="20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Entrega de trabalhos</a:t>
            </a:r>
            <a:endParaRPr lang="pt-BR" sz="2000"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6" name="Retângulo 5">
            <a:extLst>
              <a:ext uri="{FF2B5EF4-FFF2-40B4-BE49-F238E27FC236}">
                <a16:creationId xmlns:a16="http://schemas.microsoft.com/office/drawing/2014/main" id="{BC34F876-15C7-4A18-9249-B96898BA7444}"/>
              </a:ext>
            </a:extLst>
          </p:cNvPr>
          <p:cNvSpPr/>
          <p:nvPr/>
        </p:nvSpPr>
        <p:spPr>
          <a:xfrm>
            <a:off x="1083213" y="2393522"/>
            <a:ext cx="6808762" cy="1911101"/>
          </a:xfrm>
          <a:prstGeom prst="rect">
            <a:avLst/>
          </a:prstGeom>
        </p:spPr>
        <p:txBody>
          <a:bodyPr wrap="square">
            <a:spAutoFit/>
          </a:bodyPr>
          <a:lstStyle/>
          <a:p>
            <a:pPr algn="just">
              <a:lnSpc>
                <a:spcPct val="107000"/>
              </a:lnSpc>
              <a:spcAft>
                <a:spcPts val="800"/>
              </a:spcAft>
            </a:pPr>
            <a:r>
              <a:rPr lang="pt-BR" sz="1400" dirty="0">
                <a:solidFill>
                  <a:srgbClr val="ED1C5A"/>
                </a:solidFill>
                <a:effectLst/>
                <a:latin typeface="Calibri" panose="020F0502020204030204" pitchFamily="34" charset="0"/>
                <a:ea typeface="Calibri" panose="020F0502020204030204" pitchFamily="34" charset="0"/>
                <a:cs typeface="Calibri" panose="020F0502020204030204" pitchFamily="34" charset="0"/>
              </a:rPr>
              <a:t>Observações: </a:t>
            </a:r>
          </a:p>
          <a:p>
            <a:pPr marL="285750" indent="-285750" algn="just">
              <a:lnSpc>
                <a:spcPct val="107000"/>
              </a:lnSpc>
              <a:spcAft>
                <a:spcPts val="800"/>
              </a:spcAft>
              <a:buFont typeface="Arial" panose="020B0604020202020204" pitchFamily="34" charset="0"/>
              <a:buChar char="•"/>
            </a:pPr>
            <a:r>
              <a:rPr lang="pt-BR" sz="1400" dirty="0">
                <a:solidFill>
                  <a:schemeClr val="bg1">
                    <a:lumMod val="65000"/>
                  </a:schemeClr>
                </a:solidFill>
                <a:effectLst/>
                <a:latin typeface="Calibri" panose="020F0502020204030204" pitchFamily="34" charset="0"/>
                <a:ea typeface="Calibri" panose="020F0502020204030204" pitchFamily="34" charset="0"/>
                <a:cs typeface="Calibri" panose="020F0502020204030204" pitchFamily="34" charset="0"/>
              </a:rPr>
              <a:t>Apenas um aluno por grupo deverá fazer o upload do trabalho</a:t>
            </a:r>
            <a:r>
              <a:rPr lang="pt-BR" sz="14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t>
            </a:r>
          </a:p>
          <a:p>
            <a:pPr marL="285750" indent="-285750" algn="just">
              <a:lnSpc>
                <a:spcPct val="107000"/>
              </a:lnSpc>
              <a:spcAft>
                <a:spcPts val="800"/>
              </a:spcAft>
              <a:buFont typeface="Arial" panose="020B0604020202020204" pitchFamily="34" charset="0"/>
              <a:buChar char="•"/>
            </a:pPr>
            <a:r>
              <a:rPr lang="pt-BR" sz="14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Entregue as duas partes na forma de um único arquivo .</a:t>
            </a:r>
            <a:r>
              <a:rPr lang="pt-BR" sz="1400" dirty="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pdf</a:t>
            </a:r>
            <a:r>
              <a:rPr lang="pt-BR" sz="14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 contendo: Capa, Contracapa e Corpo. Na Capa apenas o Título do trabalho, na Contracapa o Título do trabalho e os dados da equipe (Nome, RM, e-mail, Curso, Ano, Turma) no Corpo o trabalho propriamente dito. Utilize imagens ou figuras feitas pelo próprio grupo ou conseguidas na WEB. Apresente também as fontes de informação, sites, link etc.</a:t>
            </a:r>
            <a:endParaRPr lang="pt-BR" sz="1400" dirty="0">
              <a:solidFill>
                <a:srgbClr val="92A3AD"/>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0278281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a:extLst>
              <a:ext uri="{FF2B5EF4-FFF2-40B4-BE49-F238E27FC236}">
                <a16:creationId xmlns:a16="http://schemas.microsoft.com/office/drawing/2014/main" id="{5F7E262B-6765-D44E-A4AE-469FC12FA27F}"/>
              </a:ext>
            </a:extLst>
          </p:cNvPr>
          <p:cNvGrpSpPr/>
          <p:nvPr/>
        </p:nvGrpSpPr>
        <p:grpSpPr>
          <a:xfrm>
            <a:off x="206087" y="237648"/>
            <a:ext cx="8742460" cy="4697041"/>
            <a:chOff x="206087" y="237647"/>
            <a:chExt cx="8742460" cy="4697041"/>
          </a:xfrm>
        </p:grpSpPr>
        <p:pic>
          <p:nvPicPr>
            <p:cNvPr id="6" name="Picture 6">
              <a:extLst>
                <a:ext uri="{FF2B5EF4-FFF2-40B4-BE49-F238E27FC236}">
                  <a16:creationId xmlns:a16="http://schemas.microsoft.com/office/drawing/2014/main" id="{2BC1A292-2A87-9F40-8C10-1BE74FB745A9}"/>
                </a:ext>
              </a:extLst>
            </p:cNvPr>
            <p:cNvPicPr>
              <a:picLocks noChangeAspect="1"/>
            </p:cNvPicPr>
            <p:nvPr/>
          </p:nvPicPr>
          <p:blipFill>
            <a:blip r:embed="rId2"/>
            <a:stretch>
              <a:fillRect/>
            </a:stretch>
          </p:blipFill>
          <p:spPr>
            <a:xfrm rot="10800000">
              <a:off x="206087" y="237647"/>
              <a:ext cx="2490655" cy="2180268"/>
            </a:xfrm>
            <a:prstGeom prst="rect">
              <a:avLst/>
            </a:prstGeom>
          </p:spPr>
        </p:pic>
        <p:pic>
          <p:nvPicPr>
            <p:cNvPr id="7" name="Picture 7">
              <a:extLst>
                <a:ext uri="{FF2B5EF4-FFF2-40B4-BE49-F238E27FC236}">
                  <a16:creationId xmlns:a16="http://schemas.microsoft.com/office/drawing/2014/main" id="{EF552EE8-CA87-B143-B02B-B8C02542E92A}"/>
                </a:ext>
              </a:extLst>
            </p:cNvPr>
            <p:cNvPicPr>
              <a:picLocks noChangeAspect="1"/>
            </p:cNvPicPr>
            <p:nvPr/>
          </p:nvPicPr>
          <p:blipFill>
            <a:blip r:embed="rId3"/>
            <a:stretch>
              <a:fillRect/>
            </a:stretch>
          </p:blipFill>
          <p:spPr>
            <a:xfrm rot="10800000">
              <a:off x="7621427" y="2983676"/>
              <a:ext cx="1327120" cy="1951012"/>
            </a:xfrm>
            <a:prstGeom prst="rect">
              <a:avLst/>
            </a:prstGeom>
          </p:spPr>
        </p:pic>
      </p:grpSp>
      <p:sp>
        <p:nvSpPr>
          <p:cNvPr id="8" name="TextBox 11">
            <a:extLst>
              <a:ext uri="{FF2B5EF4-FFF2-40B4-BE49-F238E27FC236}">
                <a16:creationId xmlns:a16="http://schemas.microsoft.com/office/drawing/2014/main" id="{52BEE7A6-D658-D245-8B94-2593C6D5EBE6}"/>
              </a:ext>
            </a:extLst>
          </p:cNvPr>
          <p:cNvSpPr txBox="1"/>
          <p:nvPr/>
        </p:nvSpPr>
        <p:spPr>
          <a:xfrm>
            <a:off x="1149767" y="1703430"/>
            <a:ext cx="6844466" cy="1454757"/>
          </a:xfrm>
          <a:prstGeom prst="rect">
            <a:avLst/>
          </a:prstGeom>
          <a:noFill/>
        </p:spPr>
        <p:txBody>
          <a:bodyPr wrap="square" rtlCol="0">
            <a:spAutoFit/>
          </a:bodyPr>
          <a:lstStyle/>
          <a:p>
            <a:pPr marL="0" algn="ctr">
              <a:lnSpc>
                <a:spcPct val="140000"/>
              </a:lnSpc>
              <a:spcAft>
                <a:spcPts val="1200"/>
              </a:spcAft>
            </a:pPr>
            <a:r>
              <a:rPr lang="pt-BR" sz="1600" dirty="0">
                <a:solidFill>
                  <a:srgbClr val="91A3AD"/>
                </a:solidFill>
                <a:latin typeface="Gotham HTF Book"/>
                <a:cs typeface="Gotham HTF Book"/>
              </a:rPr>
              <a:t>ACREDITAMOS NO </a:t>
            </a:r>
            <a:r>
              <a:rPr lang="pt-BR" sz="1600" dirty="0">
                <a:solidFill>
                  <a:srgbClr val="ED1C5A"/>
                </a:solidFill>
                <a:latin typeface="Gotham HTF Book"/>
                <a:cs typeface="Gotham HTF Book"/>
              </a:rPr>
              <a:t>PODER TRANSFORMADOR </a:t>
            </a:r>
            <a:br>
              <a:rPr lang="pt-BR" sz="1600" dirty="0">
                <a:solidFill>
                  <a:srgbClr val="ED1C5A"/>
                </a:solidFill>
                <a:latin typeface="Gotham HTF Book"/>
                <a:cs typeface="Gotham HTF Book"/>
              </a:rPr>
            </a:br>
            <a:r>
              <a:rPr lang="pt-BR" sz="1600" dirty="0">
                <a:solidFill>
                  <a:srgbClr val="ED1C5A"/>
                </a:solidFill>
                <a:latin typeface="Gotham HTF Book"/>
                <a:cs typeface="Gotham HTF Book"/>
              </a:rPr>
              <a:t>DA TECNOLOGIA</a:t>
            </a:r>
            <a:r>
              <a:rPr lang="pt-BR" sz="1600" dirty="0">
                <a:solidFill>
                  <a:srgbClr val="91A3AD"/>
                </a:solidFill>
                <a:latin typeface="Gotham HTF Book"/>
                <a:cs typeface="Gotham HTF Book"/>
              </a:rPr>
              <a:t>. UM PODER QUE, ALIADO </a:t>
            </a:r>
            <a:br>
              <a:rPr lang="pt-BR" sz="1600" dirty="0">
                <a:solidFill>
                  <a:srgbClr val="91A3AD"/>
                </a:solidFill>
                <a:latin typeface="Gotham HTF Book"/>
                <a:cs typeface="Gotham HTF Book"/>
              </a:rPr>
            </a:br>
            <a:r>
              <a:rPr lang="pt-BR" sz="1600" dirty="0">
                <a:solidFill>
                  <a:srgbClr val="91A3AD"/>
                </a:solidFill>
                <a:latin typeface="Gotham HTF Book"/>
                <a:cs typeface="Gotham HTF Book"/>
              </a:rPr>
              <a:t>À CRIATIVIDADE, INVENTA, MUDA, INQUIETA E </a:t>
            </a:r>
            <a:br>
              <a:rPr lang="pt-BR" sz="1600" dirty="0">
                <a:solidFill>
                  <a:srgbClr val="91A3AD"/>
                </a:solidFill>
                <a:latin typeface="Gotham HTF Book"/>
                <a:cs typeface="Gotham HTF Book"/>
              </a:rPr>
            </a:br>
            <a:r>
              <a:rPr lang="pt-BR" sz="1600" dirty="0">
                <a:solidFill>
                  <a:srgbClr val="ED1C5A"/>
                </a:solidFill>
                <a:latin typeface="Gotham HTF Book"/>
                <a:cs typeface="Gotham HTF Book"/>
              </a:rPr>
              <a:t>BUSCA SOLUÇÕES </a:t>
            </a:r>
            <a:r>
              <a:rPr lang="pt-BR" sz="1600" dirty="0">
                <a:solidFill>
                  <a:srgbClr val="91A3AD"/>
                </a:solidFill>
                <a:latin typeface="Gotham HTF Book"/>
                <a:cs typeface="Gotham HTF Book"/>
              </a:rPr>
              <a:t>NUNCA ANTES PENSADAS.</a:t>
            </a:r>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a:fillRect/>
          </a:stretch>
        </p:blipFill>
        <p:spPr>
          <a:xfrm>
            <a:off x="4230" y="2"/>
            <a:ext cx="9135541" cy="5143500"/>
          </a:xfrm>
          <a:prstGeom prst="rect">
            <a:avLst/>
          </a:prstGeom>
        </p:spPr>
      </p:pic>
      <p:pic>
        <p:nvPicPr>
          <p:cNvPr id="15" name="Picture 14"/>
          <p:cNvPicPr>
            <a:picLocks noChangeAspect="1"/>
          </p:cNvPicPr>
          <p:nvPr/>
        </p:nvPicPr>
        <p:blipFill>
          <a:blip r:embed="rId4"/>
          <a:stretch>
            <a:fillRect/>
          </a:stretch>
        </p:blipFill>
        <p:spPr>
          <a:xfrm>
            <a:off x="226276" y="209004"/>
            <a:ext cx="8691450" cy="4704328"/>
          </a:xfrm>
          <a:prstGeom prst="rect">
            <a:avLst/>
          </a:prstGeom>
        </p:spPr>
      </p:pic>
      <p:pic>
        <p:nvPicPr>
          <p:cNvPr id="16" name="Imagem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16568" y="2177862"/>
            <a:ext cx="2910865" cy="783023"/>
          </a:xfrm>
          <a:prstGeom prst="rect">
            <a:avLst/>
          </a:prstGeom>
        </p:spPr>
      </p:pic>
    </p:spTree>
    <p:extLst>
      <p:ext uri="{BB962C8B-B14F-4D97-AF65-F5344CB8AC3E}">
        <p14:creationId xmlns:p14="http://schemas.microsoft.com/office/powerpoint/2010/main" val="2209899248"/>
      </p:ext>
    </p:extLst>
  </p:cSld>
  <p:clrMapOvr>
    <a:masterClrMapping/>
  </p:clrMapOvr>
  <p:transition spd="slow">
    <p:push dir="u"/>
  </p:transition>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0800" dist="25400" dir="5400000" rotWithShape="0">
              <a:srgbClr val="000000">
                <a:alpha val="50000"/>
              </a:srgbClr>
            </a:outerShdw>
          </a:effectLst>
        </a:effectStyle>
        <a:effectStyle>
          <a:effectLst>
            <a:outerShdw blurRad="63500" dist="12700" rotWithShape="0">
              <a:srgbClr val="000000">
                <a:alpha val="50000"/>
              </a:srgbClr>
            </a:outerShdw>
          </a:effectLst>
        </a:effectStyle>
        <a:effectStyle>
          <a:effectLst>
            <a:outerShdw blurRad="508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50800" dist="25400" dir="5400000" rotWithShape="0">
            <a:srgbClr val="000000">
              <a:alpha val="50000"/>
            </a:srgbClr>
          </a:outerShdw>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0800" dist="25400" dir="5400000" rotWithShape="0">
              <a:srgbClr val="000000">
                <a:alpha val="50000"/>
              </a:srgbClr>
            </a:outerShdw>
          </a:effectLst>
        </a:effectStyle>
        <a:effectStyle>
          <a:effectLst>
            <a:outerShdw blurRad="63500" dist="12700" rotWithShape="0">
              <a:srgbClr val="000000">
                <a:alpha val="50000"/>
              </a:srgbClr>
            </a:outerShdw>
          </a:effectLst>
        </a:effectStyle>
        <a:effectStyle>
          <a:effectLst>
            <a:outerShdw blurRad="508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50800" dist="25400" dir="5400000" rotWithShape="0">
            <a:srgbClr val="000000">
              <a:alpha val="50000"/>
            </a:srgbClr>
          </a:outerShdw>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EC87E52000D43248A94C18BF0B36B1D8" ma:contentTypeVersion="2" ma:contentTypeDescription="Crie um novo documento." ma:contentTypeScope="" ma:versionID="2ad4ef7db2006da4bd812b73442d9f01">
  <xsd:schema xmlns:xsd="http://www.w3.org/2001/XMLSchema" xmlns:xs="http://www.w3.org/2001/XMLSchema" xmlns:p="http://schemas.microsoft.com/office/2006/metadata/properties" xmlns:ns2="273e3910-5cc7-4656-b525-a71580039df0" targetNamespace="http://schemas.microsoft.com/office/2006/metadata/properties" ma:root="true" ma:fieldsID="c09b01df3fcea61820a2d1121af1cbff" ns2:_="">
    <xsd:import namespace="273e3910-5cc7-4656-b525-a71580039df0"/>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3e3910-5cc7-4656-b525-a71580039d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0ED91CC-834F-478D-9EE7-23F1F39AB974}">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B9010F9-94D8-4471-8E8A-A2BC58C57DD8}">
  <ds:schemaRefs>
    <ds:schemaRef ds:uri="http://schemas.microsoft.com/sharepoint/v3/contenttype/forms"/>
  </ds:schemaRefs>
</ds:datastoreItem>
</file>

<file path=customXml/itemProps3.xml><?xml version="1.0" encoding="utf-8"?>
<ds:datastoreItem xmlns:ds="http://schemas.openxmlformats.org/officeDocument/2006/customXml" ds:itemID="{0875C516-5059-417A-A34E-8EDCBDADD9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73e3910-5cc7-4656-b525-a71580039df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2962</TotalTime>
  <Words>623</Words>
  <Application>Microsoft Office PowerPoint</Application>
  <PresentationFormat>Apresentação na tela (16:9)</PresentationFormat>
  <Paragraphs>45</Paragraphs>
  <Slides>13</Slides>
  <Notes>1</Notes>
  <HiddenSlides>0</HiddenSlides>
  <MMClips>0</MMClips>
  <ScaleCrop>false</ScaleCrop>
  <HeadingPairs>
    <vt:vector size="6" baseType="variant">
      <vt:variant>
        <vt:lpstr>Fontes usadas</vt:lpstr>
      </vt:variant>
      <vt:variant>
        <vt:i4>8</vt:i4>
      </vt:variant>
      <vt:variant>
        <vt:lpstr>Tema</vt:lpstr>
      </vt:variant>
      <vt:variant>
        <vt:i4>1</vt:i4>
      </vt:variant>
      <vt:variant>
        <vt:lpstr>Títulos de slides</vt:lpstr>
      </vt:variant>
      <vt:variant>
        <vt:i4>13</vt:i4>
      </vt:variant>
    </vt:vector>
  </HeadingPairs>
  <TitlesOfParts>
    <vt:vector size="22" baseType="lpstr">
      <vt:lpstr>Arial</vt:lpstr>
      <vt:lpstr>Calibri</vt:lpstr>
      <vt:lpstr>Gotham HTF Bold</vt:lpstr>
      <vt:lpstr>Gotham HTF Book</vt:lpstr>
      <vt:lpstr>Gotham HTF Light</vt:lpstr>
      <vt:lpstr>Gotham HTF Medium</vt:lpstr>
      <vt:lpstr>Helvetica Light</vt:lpstr>
      <vt:lpstr>Helvetica Neue</vt:lpstr>
      <vt:lpstr>White</vt:lpstr>
      <vt:lpstr>Apresentação do PowerPoint</vt:lpstr>
      <vt:lpstr>Apresentação do PowerPoint</vt:lpstr>
      <vt:lpstr>AGENDA</vt:lpstr>
      <vt:lpstr>CASE</vt:lpstr>
      <vt:lpstr>CALENDÁRIO</vt:lpstr>
      <vt:lpstr>OS ENTREGÁVEIS</vt:lpstr>
      <vt:lpstr>   </vt:lpstr>
      <vt:lpstr>DISCIPLINA 05</vt:lpstr>
      <vt:lpstr>Apresentação do PowerPoint</vt:lpstr>
      <vt:lpstr>Apresentação do PowerPoint</vt:lpstr>
      <vt:lpstr>ONDE ENTREGAR?</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Nivaldo Zafalon Junior</dc:creator>
  <cp:lastModifiedBy>Nivaldo Zafalon Junior</cp:lastModifiedBy>
  <cp:revision>154</cp:revision>
  <dcterms:modified xsi:type="dcterms:W3CDTF">2022-05-25T14:11:15Z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0x010100EC87E52000D43248A94C18BF0B36B1D8</vt:lpwstr>
  </property>
</Properties>
</file>