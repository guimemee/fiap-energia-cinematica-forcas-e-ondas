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3.xml" ContentType="application/vnd.openxmlformats-officedocument.theme+xml"/>
  <Override PartName="/ppt/slideLayouts/slideLayout14.xml" ContentType="application/vnd.openxmlformats-officedocument.presentationml.slideLayout+xml"/>
  <Override PartName="/ppt/theme/theme4.xml" ContentType="application/vnd.openxmlformats-officedocument.theme+xml"/>
  <Override PartName="/ppt/slideLayouts/slideLayout15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62" r:id="rId2"/>
    <p:sldMasterId id="2147483739" r:id="rId3"/>
    <p:sldMasterId id="2147483751" r:id="rId4"/>
    <p:sldMasterId id="2147483749" r:id="rId5"/>
  </p:sldMasterIdLst>
  <p:notesMasterIdLst>
    <p:notesMasterId r:id="rId29"/>
  </p:notesMasterIdLst>
  <p:handoutMasterIdLst>
    <p:handoutMasterId r:id="rId30"/>
  </p:handoutMasterIdLst>
  <p:sldIdLst>
    <p:sldId id="256" r:id="rId6"/>
    <p:sldId id="266" r:id="rId7"/>
    <p:sldId id="258" r:id="rId8"/>
    <p:sldId id="259" r:id="rId9"/>
    <p:sldId id="429" r:id="rId10"/>
    <p:sldId id="430" r:id="rId11"/>
    <p:sldId id="474" r:id="rId12"/>
    <p:sldId id="431" r:id="rId13"/>
    <p:sldId id="463" r:id="rId14"/>
    <p:sldId id="460" r:id="rId15"/>
    <p:sldId id="461" r:id="rId16"/>
    <p:sldId id="475" r:id="rId17"/>
    <p:sldId id="476" r:id="rId18"/>
    <p:sldId id="462" r:id="rId19"/>
    <p:sldId id="464" r:id="rId20"/>
    <p:sldId id="477" r:id="rId21"/>
    <p:sldId id="466" r:id="rId22"/>
    <p:sldId id="450" r:id="rId23"/>
    <p:sldId id="457" r:id="rId24"/>
    <p:sldId id="458" r:id="rId25"/>
    <p:sldId id="459" r:id="rId26"/>
    <p:sldId id="447" r:id="rId27"/>
    <p:sldId id="265" r:id="rId28"/>
  </p:sldIdLst>
  <p:sldSz cx="9144000" cy="6858000" type="screen4x3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0265D"/>
    <a:srgbClr val="020000"/>
    <a:srgbClr val="F6F6F6"/>
    <a:srgbClr val="EBAFB5"/>
    <a:srgbClr val="F4D3D6"/>
    <a:srgbClr val="F9E8EA"/>
    <a:srgbClr val="30303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3" autoAdjust="0"/>
    <p:restoredTop sz="94660"/>
  </p:normalViewPr>
  <p:slideViewPr>
    <p:cSldViewPr snapToGrid="0" snapToObjects="1">
      <p:cViewPr varScale="1">
        <p:scale>
          <a:sx n="47" d="100"/>
          <a:sy n="47" d="100"/>
        </p:scale>
        <p:origin x="1368" y="45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napToGrid="0" snapToObjects="1">
      <p:cViewPr varScale="1">
        <p:scale>
          <a:sx n="69" d="100"/>
          <a:sy n="69" d="100"/>
        </p:scale>
        <p:origin x="3082" y="8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6.xml"/><Relationship Id="rId34" Type="http://schemas.openxmlformats.org/officeDocument/2006/relationships/tableStyles" Target="tableStyles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viewProps" Target="viewProps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presProps" Target="presProp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handoutMaster" Target="handoutMasters/handoutMaster1.xml"/><Relationship Id="rId8" Type="http://schemas.openxmlformats.org/officeDocument/2006/relationships/slide" Target="slides/slide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01A63A9-F13B-46F1-A93F-27AA737FD7E7}" type="datetimeFigureOut">
              <a:rPr lang="pt-BR" smtClean="0"/>
              <a:pPr/>
              <a:t>06/05/2025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2F50FE-E718-42E3-9D8A-946F780C799B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5713918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498697-E7EB-B84D-9726-13965ED94444}" type="datetimeFigureOut">
              <a:rPr lang="en-US" smtClean="0"/>
              <a:pPr/>
              <a:t>5/6/2025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C6CD5E-26BD-9B45-BB2F-78648736C277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92882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C6CD5E-26BD-9B45-BB2F-78648736C277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942783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C6CD5E-26BD-9B45-BB2F-78648736C277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473949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C6CD5E-26BD-9B45-BB2F-78648736C277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161485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4334651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C6CD5E-26BD-9B45-BB2F-78648736C277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47271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6.png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674039" y="3081534"/>
            <a:ext cx="5783223" cy="682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95817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x-none"/>
              <a:t>Click to edit Master subtitle style</a:t>
            </a:r>
            <a:endParaRPr lang="en-US"/>
          </a:p>
        </p:txBody>
      </p:sp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914400" y="749902"/>
            <a:ext cx="7392202" cy="471234"/>
          </a:xfrm>
        </p:spPr>
        <p:txBody>
          <a:bodyPr>
            <a:normAutofit/>
          </a:bodyPr>
          <a:lstStyle>
            <a:lvl1pPr algn="l">
              <a:defRPr sz="2800" b="1">
                <a:latin typeface="Gotham HTF" pitchFamily="2" charset="0"/>
              </a:defRPr>
            </a:lvl1pPr>
          </a:lstStyle>
          <a:p>
            <a:r>
              <a:rPr lang="x-none" dirty="0"/>
              <a:t>CLICK TO EDIT MASTER TITLE STYLE</a:t>
            </a:r>
            <a:endParaRPr lang="en-US" dirty="0"/>
          </a:p>
        </p:txBody>
      </p:sp>
      <p:sp>
        <p:nvSpPr>
          <p:cNvPr id="10" name="Rectangle 20"/>
          <p:cNvSpPr/>
          <p:nvPr userDrawn="1"/>
        </p:nvSpPr>
        <p:spPr>
          <a:xfrm>
            <a:off x="765379" y="843279"/>
            <a:ext cx="72000" cy="284481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78566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Espaço Reservado para Imagem 10"/>
          <p:cNvSpPr>
            <a:spLocks noGrp="1"/>
          </p:cNvSpPr>
          <p:nvPr>
            <p:ph type="pic" sz="quarter" idx="13"/>
          </p:nvPr>
        </p:nvSpPr>
        <p:spPr>
          <a:xfrm>
            <a:off x="914400" y="1600199"/>
            <a:ext cx="2875280" cy="4249172"/>
          </a:xfrm>
        </p:spPr>
        <p:txBody>
          <a:bodyPr/>
          <a:lstStyle/>
          <a:p>
            <a:endParaRPr lang="pt-B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58114" y="1600200"/>
            <a:ext cx="4207871" cy="2933299"/>
          </a:xfrm>
        </p:spPr>
        <p:txBody>
          <a:bodyPr>
            <a:normAutofit/>
          </a:bodyPr>
          <a:lstStyle>
            <a:lvl1pPr>
              <a:defRPr sz="1600">
                <a:latin typeface="Gotham-Book"/>
              </a:defRPr>
            </a:lvl1pPr>
            <a:lvl2pPr>
              <a:defRPr sz="1600">
                <a:latin typeface="Gotham-Book"/>
              </a:defRPr>
            </a:lvl2pPr>
            <a:lvl3pPr>
              <a:defRPr sz="1600">
                <a:latin typeface="Gotham-Book"/>
              </a:defRPr>
            </a:lvl3pPr>
            <a:lvl4pPr>
              <a:defRPr sz="1600">
                <a:latin typeface="Gotham-Book"/>
              </a:defRPr>
            </a:lvl4pPr>
            <a:lvl5pPr>
              <a:defRPr sz="1600">
                <a:latin typeface="Gotham-Book"/>
              </a:defRPr>
            </a:lvl5pPr>
          </a:lstStyle>
          <a:p>
            <a:pPr lvl="0"/>
            <a:r>
              <a:rPr lang="x-none" dirty="0"/>
              <a:t>Click to edit Master text styles</a:t>
            </a:r>
          </a:p>
          <a:p>
            <a:pPr lvl="1"/>
            <a:r>
              <a:rPr lang="x-none" dirty="0"/>
              <a:t>Second level</a:t>
            </a:r>
          </a:p>
          <a:p>
            <a:pPr lvl="2"/>
            <a:r>
              <a:rPr lang="x-none" dirty="0"/>
              <a:t>Third level</a:t>
            </a:r>
          </a:p>
          <a:p>
            <a:pPr lvl="3"/>
            <a:r>
              <a:rPr lang="x-none" dirty="0"/>
              <a:t>Fourth level</a:t>
            </a:r>
          </a:p>
          <a:p>
            <a:pPr lvl="4"/>
            <a:r>
              <a:rPr lang="x-none" dirty="0"/>
              <a:t>Fifth level</a:t>
            </a:r>
            <a:endParaRPr lang="en-US" dirty="0"/>
          </a:p>
        </p:txBody>
      </p:sp>
      <p:sp>
        <p:nvSpPr>
          <p:cNvPr id="7" name="Rectangle 20"/>
          <p:cNvSpPr/>
          <p:nvPr userDrawn="1"/>
        </p:nvSpPr>
        <p:spPr>
          <a:xfrm>
            <a:off x="765379" y="804779"/>
            <a:ext cx="72000" cy="284481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9"/>
          <p:cNvSpPr txBox="1"/>
          <p:nvPr userDrawn="1"/>
        </p:nvSpPr>
        <p:spPr>
          <a:xfrm>
            <a:off x="947124" y="748343"/>
            <a:ext cx="4870522" cy="487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2800" b="1" dirty="0">
                <a:solidFill>
                  <a:srgbClr val="303030"/>
                </a:solidFill>
                <a:latin typeface="Gotham HTF" pitchFamily="2" charset="0"/>
                <a:cs typeface="Gotham-Bold"/>
              </a:rPr>
              <a:t>SHORT </a:t>
            </a:r>
            <a:r>
              <a:rPr lang="en-US" sz="2800" b="1" dirty="0">
                <a:solidFill>
                  <a:srgbClr val="303030"/>
                </a:solidFill>
                <a:latin typeface="Gotham HTF" pitchFamily="2" charset="0"/>
                <a:cs typeface="Gotham-Book"/>
              </a:rPr>
              <a:t>BIO</a:t>
            </a:r>
          </a:p>
        </p:txBody>
      </p:sp>
      <p:sp>
        <p:nvSpPr>
          <p:cNvPr id="8" name="Rectangle 19"/>
          <p:cNvSpPr/>
          <p:nvPr userDrawn="1"/>
        </p:nvSpPr>
        <p:spPr>
          <a:xfrm>
            <a:off x="3789680" y="4672530"/>
            <a:ext cx="4576305" cy="1196091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aseline="-25000"/>
          </a:p>
        </p:txBody>
      </p:sp>
      <p:sp>
        <p:nvSpPr>
          <p:cNvPr id="10" name="Espaço Reservado para Texto 9"/>
          <p:cNvSpPr>
            <a:spLocks noGrp="1"/>
          </p:cNvSpPr>
          <p:nvPr userDrawn="1">
            <p:ph type="body" sz="quarter" idx="14" hasCustomPrompt="1"/>
          </p:nvPr>
        </p:nvSpPr>
        <p:spPr>
          <a:xfrm>
            <a:off x="4090988" y="4792663"/>
            <a:ext cx="3868737" cy="828675"/>
          </a:xfrm>
        </p:spPr>
        <p:txBody>
          <a:bodyPr/>
          <a:lstStyle>
            <a:lvl1pPr marL="0" indent="0">
              <a:buNone/>
              <a:defRPr sz="2000" baseline="0">
                <a:solidFill>
                  <a:schemeClr val="bg1"/>
                </a:solidFill>
                <a:latin typeface="Gotham-Bold"/>
              </a:defRPr>
            </a:lvl1pPr>
            <a:lvl2pPr>
              <a:defRPr sz="1800">
                <a:solidFill>
                  <a:schemeClr val="bg1"/>
                </a:solidFill>
                <a:latin typeface="Gotham-Bold"/>
              </a:defRPr>
            </a:lvl2pPr>
          </a:lstStyle>
          <a:p>
            <a:pPr lvl="0"/>
            <a:r>
              <a:rPr lang="pt-BR" dirty="0"/>
              <a:t>Prof. nome</a:t>
            </a:r>
          </a:p>
          <a:p>
            <a:pPr lvl="0"/>
            <a:r>
              <a:rPr lang="pt-BR" dirty="0" err="1"/>
              <a:t>Email</a:t>
            </a:r>
            <a:endParaRPr lang="pt-BR" dirty="0"/>
          </a:p>
        </p:txBody>
      </p:sp>
      <p:sp>
        <p:nvSpPr>
          <p:cNvPr id="13" name="Isosceles Triangle 2"/>
          <p:cNvSpPr/>
          <p:nvPr userDrawn="1"/>
        </p:nvSpPr>
        <p:spPr>
          <a:xfrm rot="16200000">
            <a:off x="3493922" y="4970503"/>
            <a:ext cx="358752" cy="241676"/>
          </a:xfrm>
          <a:prstGeom prst="triangle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aseline="-25000"/>
          </a:p>
        </p:txBody>
      </p:sp>
    </p:spTree>
    <p:extLst>
      <p:ext uri="{BB962C8B-B14F-4D97-AF65-F5344CB8AC3E}">
        <p14:creationId xmlns:p14="http://schemas.microsoft.com/office/powerpoint/2010/main" val="24585481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spaço Reservado para Texto 9"/>
          <p:cNvSpPr>
            <a:spLocks noGrp="1"/>
          </p:cNvSpPr>
          <p:nvPr>
            <p:ph type="body" sz="quarter" idx="13" hasCustomPrompt="1"/>
          </p:nvPr>
        </p:nvSpPr>
        <p:spPr>
          <a:xfrm>
            <a:off x="914400" y="1750228"/>
            <a:ext cx="7238198" cy="260350"/>
          </a:xfrm>
        </p:spPr>
        <p:txBody>
          <a:bodyPr>
            <a:noAutofit/>
          </a:bodyPr>
          <a:lstStyle>
            <a:lvl1pPr marL="0" indent="0">
              <a:buNone/>
              <a:defRPr sz="2000" b="1">
                <a:latin typeface="Gotham HTF" pitchFamily="2" charset="0"/>
              </a:defRPr>
            </a:lvl1pPr>
            <a:lvl2pPr>
              <a:defRPr sz="2000">
                <a:latin typeface="Gotham-Bold"/>
              </a:defRPr>
            </a:lvl2pPr>
            <a:lvl3pPr>
              <a:defRPr sz="2000">
                <a:latin typeface="Gotham-Bold"/>
              </a:defRPr>
            </a:lvl3pPr>
            <a:lvl4pPr>
              <a:defRPr sz="2000">
                <a:latin typeface="Gotham-Bold"/>
              </a:defRPr>
            </a:lvl4pPr>
            <a:lvl5pPr>
              <a:defRPr sz="2000">
                <a:latin typeface="Gotham-Bold"/>
              </a:defRPr>
            </a:lvl5pPr>
          </a:lstStyle>
          <a:p>
            <a:pPr lvl="0"/>
            <a:r>
              <a:rPr lang="pt-BR" dirty="0"/>
              <a:t>CLIQUE PARA EDITAR O TEXTO MESTRE</a:t>
            </a:r>
          </a:p>
        </p:txBody>
      </p:sp>
      <p:sp>
        <p:nvSpPr>
          <p:cNvPr id="12" name="Espaço Reservado para Texto 11"/>
          <p:cNvSpPr>
            <a:spLocks noGrp="1"/>
          </p:cNvSpPr>
          <p:nvPr>
            <p:ph type="body" sz="quarter" idx="14"/>
          </p:nvPr>
        </p:nvSpPr>
        <p:spPr>
          <a:xfrm>
            <a:off x="914400" y="2319338"/>
            <a:ext cx="7238198" cy="1607769"/>
          </a:xfrm>
        </p:spPr>
        <p:txBody>
          <a:bodyPr>
            <a:normAutofit/>
          </a:bodyPr>
          <a:lstStyle>
            <a:lvl1pPr marL="342900" indent="-342900">
              <a:buFont typeface="Wingdings" panose="05000000000000000000" pitchFamily="2" charset="2"/>
              <a:buChar char="§"/>
              <a:defRPr sz="1600">
                <a:latin typeface="Gotham-Book"/>
              </a:defRPr>
            </a:lvl1pPr>
            <a:lvl2pPr marL="742950" indent="-285750">
              <a:buFont typeface="Wingdings" panose="05000000000000000000" pitchFamily="2" charset="2"/>
              <a:buChar char="§"/>
              <a:defRPr sz="1600">
                <a:latin typeface="Gotham-Book"/>
              </a:defRPr>
            </a:lvl2pPr>
            <a:lvl3pPr marL="1143000" indent="-228600">
              <a:buFont typeface="Wingdings" panose="05000000000000000000" pitchFamily="2" charset="2"/>
              <a:buChar char="§"/>
              <a:defRPr sz="1600">
                <a:latin typeface="Gotham-Book"/>
              </a:defRPr>
            </a:lvl3pPr>
            <a:lvl4pPr marL="1600200" indent="-228600">
              <a:buFont typeface="Wingdings" panose="05000000000000000000" pitchFamily="2" charset="2"/>
              <a:buChar char="§"/>
              <a:defRPr sz="1600">
                <a:latin typeface="Gotham-Book"/>
              </a:defRPr>
            </a:lvl4pPr>
            <a:lvl5pPr marL="2057400" indent="-228600">
              <a:buFont typeface="Wingdings" panose="05000000000000000000" pitchFamily="2" charset="2"/>
              <a:buChar char="§"/>
              <a:defRPr sz="1600">
                <a:latin typeface="Gotham-Book"/>
              </a:defRPr>
            </a:lvl5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15" name="Espaço Reservado para Texto 9"/>
          <p:cNvSpPr>
            <a:spLocks noGrp="1"/>
          </p:cNvSpPr>
          <p:nvPr>
            <p:ph type="body" sz="quarter" idx="15" hasCustomPrompt="1"/>
          </p:nvPr>
        </p:nvSpPr>
        <p:spPr>
          <a:xfrm>
            <a:off x="914400" y="4215012"/>
            <a:ext cx="7238198" cy="260350"/>
          </a:xfrm>
        </p:spPr>
        <p:txBody>
          <a:bodyPr>
            <a:noAutofit/>
          </a:bodyPr>
          <a:lstStyle>
            <a:lvl1pPr marL="0" indent="0">
              <a:buNone/>
              <a:defRPr sz="2000" b="1">
                <a:latin typeface="Gotham HTF" pitchFamily="2" charset="0"/>
              </a:defRPr>
            </a:lvl1pPr>
            <a:lvl2pPr>
              <a:defRPr sz="2000">
                <a:latin typeface="Gotham-Bold"/>
              </a:defRPr>
            </a:lvl2pPr>
            <a:lvl3pPr>
              <a:defRPr sz="2000">
                <a:latin typeface="Gotham-Bold"/>
              </a:defRPr>
            </a:lvl3pPr>
            <a:lvl4pPr>
              <a:defRPr sz="2000">
                <a:latin typeface="Gotham-Bold"/>
              </a:defRPr>
            </a:lvl4pPr>
            <a:lvl5pPr>
              <a:defRPr sz="2000">
                <a:latin typeface="Gotham-Bold"/>
              </a:defRPr>
            </a:lvl5pPr>
          </a:lstStyle>
          <a:p>
            <a:pPr lvl="0"/>
            <a:r>
              <a:rPr lang="pt-BR" dirty="0"/>
              <a:t>CLIQUE PARA EDITAR O TEXTO MESTRE</a:t>
            </a:r>
          </a:p>
        </p:txBody>
      </p:sp>
      <p:sp>
        <p:nvSpPr>
          <p:cNvPr id="16" name="Espaço Reservado para Texto 11"/>
          <p:cNvSpPr>
            <a:spLocks noGrp="1"/>
          </p:cNvSpPr>
          <p:nvPr>
            <p:ph type="body" sz="quarter" idx="16"/>
          </p:nvPr>
        </p:nvSpPr>
        <p:spPr>
          <a:xfrm>
            <a:off x="914400" y="4784122"/>
            <a:ext cx="7238198" cy="1607769"/>
          </a:xfrm>
        </p:spPr>
        <p:txBody>
          <a:bodyPr>
            <a:normAutofit/>
          </a:bodyPr>
          <a:lstStyle>
            <a:lvl1pPr marL="342900" indent="-342900">
              <a:buFont typeface="Wingdings" panose="05000000000000000000" pitchFamily="2" charset="2"/>
              <a:buChar char="§"/>
              <a:defRPr sz="1600">
                <a:latin typeface="Gotham-Book"/>
              </a:defRPr>
            </a:lvl1pPr>
            <a:lvl2pPr marL="742950" indent="-285750">
              <a:buFont typeface="Wingdings" panose="05000000000000000000" pitchFamily="2" charset="2"/>
              <a:buChar char="§"/>
              <a:defRPr sz="1600">
                <a:latin typeface="Gotham-Book"/>
              </a:defRPr>
            </a:lvl2pPr>
            <a:lvl3pPr marL="1143000" indent="-228600">
              <a:buFont typeface="Wingdings" panose="05000000000000000000" pitchFamily="2" charset="2"/>
              <a:buChar char="§"/>
              <a:defRPr sz="1600">
                <a:latin typeface="Gotham-Book"/>
              </a:defRPr>
            </a:lvl3pPr>
            <a:lvl4pPr marL="1600200" indent="-228600">
              <a:buFont typeface="Wingdings" panose="05000000000000000000" pitchFamily="2" charset="2"/>
              <a:buChar char="§"/>
              <a:defRPr sz="1600">
                <a:latin typeface="Gotham-Book"/>
              </a:defRPr>
            </a:lvl4pPr>
            <a:lvl5pPr marL="2057400" indent="-228600">
              <a:buFont typeface="Wingdings" panose="05000000000000000000" pitchFamily="2" charset="2"/>
              <a:buChar char="§"/>
              <a:defRPr sz="1600">
                <a:latin typeface="Gotham-Book"/>
              </a:defRPr>
            </a:lvl5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9" name="TextBox 15"/>
          <p:cNvSpPr txBox="1"/>
          <p:nvPr userDrawn="1"/>
        </p:nvSpPr>
        <p:spPr>
          <a:xfrm>
            <a:off x="947123" y="745668"/>
            <a:ext cx="6163969" cy="4801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pt-BR" sz="2800" b="1" noProof="0" dirty="0">
                <a:solidFill>
                  <a:srgbClr val="303030"/>
                </a:solidFill>
                <a:latin typeface="Gotham HTF" pitchFamily="2" charset="0"/>
                <a:cs typeface="Gotham-Bold"/>
              </a:rPr>
              <a:t>Energia,</a:t>
            </a:r>
            <a:r>
              <a:rPr lang="pt-BR" sz="2800" b="1" baseline="0" noProof="0" dirty="0">
                <a:solidFill>
                  <a:srgbClr val="303030"/>
                </a:solidFill>
                <a:latin typeface="Gotham HTF" pitchFamily="2" charset="0"/>
                <a:cs typeface="Gotham-Bold"/>
              </a:rPr>
              <a:t> Cinemática, Forças e Ondas</a:t>
            </a:r>
            <a:endParaRPr lang="pt-BR" sz="2800" b="1" noProof="0" dirty="0">
              <a:solidFill>
                <a:srgbClr val="303030"/>
              </a:solidFill>
              <a:latin typeface="Gotham HTF" pitchFamily="2" charset="0"/>
              <a:cs typeface="Gotham-Book"/>
            </a:endParaRPr>
          </a:p>
        </p:txBody>
      </p:sp>
      <p:sp>
        <p:nvSpPr>
          <p:cNvPr id="11" name="Rectangle 20"/>
          <p:cNvSpPr/>
          <p:nvPr userDrawn="1"/>
        </p:nvSpPr>
        <p:spPr>
          <a:xfrm>
            <a:off x="765379" y="804779"/>
            <a:ext cx="72000" cy="284481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38288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424539" y="2857500"/>
            <a:ext cx="6294922" cy="1143000"/>
          </a:xfrm>
        </p:spPr>
        <p:txBody>
          <a:bodyPr>
            <a:noAutofit/>
          </a:bodyPr>
          <a:lstStyle>
            <a:lvl1pPr>
              <a:defRPr sz="3600" b="1">
                <a:solidFill>
                  <a:schemeClr val="tx1"/>
                </a:solidFill>
                <a:latin typeface="Gotham HTF" pitchFamily="2" charset="0"/>
              </a:defRPr>
            </a:lvl1pPr>
          </a:lstStyle>
          <a:p>
            <a:r>
              <a:rPr lang="x-none" dirty="0"/>
              <a:t>CLICK TO EDIT MASTER TITLE STYLE</a:t>
            </a:r>
            <a:endParaRPr lang="en-US" dirty="0"/>
          </a:p>
        </p:txBody>
      </p:sp>
      <p:sp>
        <p:nvSpPr>
          <p:cNvPr id="9" name="Rectangle 5"/>
          <p:cNvSpPr/>
          <p:nvPr userDrawn="1"/>
        </p:nvSpPr>
        <p:spPr>
          <a:xfrm>
            <a:off x="0" y="0"/>
            <a:ext cx="9144000" cy="78757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82924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933654" y="749165"/>
            <a:ext cx="7315197" cy="397308"/>
          </a:xfrm>
        </p:spPr>
        <p:txBody>
          <a:bodyPr>
            <a:noAutofit/>
          </a:bodyPr>
          <a:lstStyle>
            <a:lvl1pPr algn="l">
              <a:defRPr sz="2800" b="1">
                <a:latin typeface="Gotham HTF" pitchFamily="2" charset="0"/>
              </a:defRPr>
            </a:lvl1pPr>
          </a:lstStyle>
          <a:p>
            <a:r>
              <a:rPr lang="x-none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765379" y="1316730"/>
            <a:ext cx="7483472" cy="639762"/>
          </a:xfrm>
        </p:spPr>
        <p:txBody>
          <a:bodyPr anchor="b">
            <a:normAutofit/>
          </a:bodyPr>
          <a:lstStyle>
            <a:lvl1pPr marL="0" indent="0">
              <a:buNone/>
              <a:defRPr sz="2000" b="1">
                <a:latin typeface="Gotham HTF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x-none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65379" y="2174875"/>
            <a:ext cx="7618230" cy="3951288"/>
          </a:xfrm>
        </p:spPr>
        <p:txBody>
          <a:bodyPr>
            <a:normAutofit/>
          </a:bodyPr>
          <a:lstStyle>
            <a:lvl1pPr marL="342900" indent="-342900">
              <a:buFont typeface="Wingdings" panose="05000000000000000000" pitchFamily="2" charset="2"/>
              <a:buChar char="§"/>
              <a:defRPr sz="1600">
                <a:latin typeface="Gotham-Book"/>
              </a:defRPr>
            </a:lvl1pPr>
            <a:lvl2pPr>
              <a:defRPr sz="1600">
                <a:latin typeface="Gotham-Book"/>
              </a:defRPr>
            </a:lvl2pPr>
            <a:lvl3pPr marL="1143000" indent="-228600">
              <a:buFont typeface="Wingdings" panose="05000000000000000000" pitchFamily="2" charset="2"/>
              <a:buChar char="§"/>
              <a:defRPr sz="1600">
                <a:latin typeface="Gotham-Book"/>
              </a:defRPr>
            </a:lvl3pPr>
            <a:lvl4pPr>
              <a:defRPr sz="1600">
                <a:latin typeface="Gotham-Book"/>
              </a:defRPr>
            </a:lvl4pPr>
            <a:lvl5pPr>
              <a:defRPr sz="1600">
                <a:latin typeface="Gotham-Book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x-none" dirty="0"/>
              <a:t>Click to edit Master text styles</a:t>
            </a:r>
          </a:p>
          <a:p>
            <a:pPr lvl="1"/>
            <a:r>
              <a:rPr lang="x-none" dirty="0"/>
              <a:t>Second level</a:t>
            </a:r>
          </a:p>
          <a:p>
            <a:pPr lvl="2"/>
            <a:r>
              <a:rPr lang="x-none" dirty="0"/>
              <a:t>Third level</a:t>
            </a:r>
          </a:p>
          <a:p>
            <a:pPr lvl="3"/>
            <a:r>
              <a:rPr lang="x-none" dirty="0"/>
              <a:t>Fourth level</a:t>
            </a:r>
          </a:p>
          <a:p>
            <a:pPr lvl="4"/>
            <a:r>
              <a:rPr lang="x-none" dirty="0"/>
              <a:t>Fifth level</a:t>
            </a:r>
            <a:endParaRPr lang="en-US" dirty="0"/>
          </a:p>
        </p:txBody>
      </p:sp>
      <p:sp>
        <p:nvSpPr>
          <p:cNvPr id="6" name="Rectangle 20"/>
          <p:cNvSpPr/>
          <p:nvPr userDrawn="1"/>
        </p:nvSpPr>
        <p:spPr>
          <a:xfrm>
            <a:off x="765379" y="804779"/>
            <a:ext cx="72000" cy="284481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18232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spaço Reservado para Texto 8"/>
          <p:cNvSpPr>
            <a:spLocks noGrp="1"/>
          </p:cNvSpPr>
          <p:nvPr>
            <p:ph type="body" sz="quarter" idx="13"/>
          </p:nvPr>
        </p:nvSpPr>
        <p:spPr>
          <a:xfrm>
            <a:off x="3868103" y="1421810"/>
            <a:ext cx="4380748" cy="4873112"/>
          </a:xfrm>
        </p:spPr>
        <p:txBody>
          <a:bodyPr>
            <a:normAutofit/>
          </a:bodyPr>
          <a:lstStyle>
            <a:lvl1pPr marL="342900" indent="-342900">
              <a:buFont typeface="Wingdings" panose="05000000000000000000" pitchFamily="2" charset="2"/>
              <a:buChar char="§"/>
              <a:defRPr sz="1600">
                <a:latin typeface="Gotham-Book"/>
              </a:defRPr>
            </a:lvl1pPr>
            <a:lvl2pPr marL="800100" indent="-342900">
              <a:buFont typeface="Wingdings" panose="05000000000000000000" pitchFamily="2" charset="2"/>
              <a:buChar char="§"/>
              <a:defRPr sz="1600">
                <a:latin typeface="Gotham-Book"/>
              </a:defRPr>
            </a:lvl2pPr>
            <a:lvl3pPr marL="1257300" indent="-342900">
              <a:buFont typeface="Wingdings" panose="05000000000000000000" pitchFamily="2" charset="2"/>
              <a:buChar char="§"/>
              <a:defRPr sz="1600">
                <a:latin typeface="Gotham-Book"/>
              </a:defRPr>
            </a:lvl3pPr>
            <a:lvl4pPr marL="1714500" indent="-342900">
              <a:buFont typeface="Wingdings" panose="05000000000000000000" pitchFamily="2" charset="2"/>
              <a:buChar char="§"/>
              <a:defRPr sz="1600">
                <a:latin typeface="Gotham-Book"/>
              </a:defRPr>
            </a:lvl4pPr>
            <a:lvl5pPr marL="2171700" indent="-342900">
              <a:buFont typeface="Wingdings" panose="05000000000000000000" pitchFamily="2" charset="2"/>
              <a:buChar char="§"/>
              <a:defRPr sz="1600">
                <a:latin typeface="Gotham-Book"/>
              </a:defRPr>
            </a:lvl5pPr>
          </a:lstStyle>
          <a:p>
            <a:pPr lvl="0"/>
            <a:r>
              <a:rPr lang="pt-BR" dirty="0"/>
              <a:t>Clique para editar o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pic>
        <p:nvPicPr>
          <p:cNvPr id="10" name="Picture 3" descr="caomputador.png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734" y="1421810"/>
            <a:ext cx="3062891" cy="2733630"/>
          </a:xfrm>
          <a:prstGeom prst="rect">
            <a:avLst/>
          </a:prstGeom>
        </p:spPr>
      </p:pic>
      <p:pic>
        <p:nvPicPr>
          <p:cNvPr id="11" name="Picture 4" descr="chicara.png"/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276259">
            <a:off x="2055756" y="3444240"/>
            <a:ext cx="1559560" cy="1650015"/>
          </a:xfrm>
          <a:prstGeom prst="rect">
            <a:avLst/>
          </a:prstGeom>
        </p:spPr>
      </p:pic>
      <p:pic>
        <p:nvPicPr>
          <p:cNvPr id="12" name="Picture 6" descr="livros.png"/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87626">
            <a:off x="648591" y="4397170"/>
            <a:ext cx="2064240" cy="1700934"/>
          </a:xfrm>
          <a:prstGeom prst="rect">
            <a:avLst/>
          </a:prstGeom>
        </p:spPr>
      </p:pic>
      <p:sp>
        <p:nvSpPr>
          <p:cNvPr id="13" name="TextBox 12"/>
          <p:cNvSpPr txBox="1"/>
          <p:nvPr userDrawn="1"/>
        </p:nvSpPr>
        <p:spPr>
          <a:xfrm>
            <a:off x="947123" y="736043"/>
            <a:ext cx="6801557" cy="487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2800" b="1" dirty="0">
                <a:solidFill>
                  <a:srgbClr val="303030"/>
                </a:solidFill>
                <a:latin typeface="Gotham HTF" pitchFamily="2" charset="0"/>
                <a:cs typeface="Gotham-Bold"/>
              </a:rPr>
              <a:t>REFERÊNCIAS</a:t>
            </a:r>
            <a:endParaRPr lang="en-US" sz="2800" b="1" dirty="0">
              <a:solidFill>
                <a:srgbClr val="303030"/>
              </a:solidFill>
              <a:latin typeface="Gotham HTF" pitchFamily="2" charset="0"/>
              <a:cs typeface="Gotham-Book"/>
            </a:endParaRPr>
          </a:p>
        </p:txBody>
      </p:sp>
      <p:sp>
        <p:nvSpPr>
          <p:cNvPr id="8" name="Rectangle 20"/>
          <p:cNvSpPr/>
          <p:nvPr userDrawn="1"/>
        </p:nvSpPr>
        <p:spPr>
          <a:xfrm>
            <a:off x="765379" y="804779"/>
            <a:ext cx="72000" cy="284481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43957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914400" y="740277"/>
            <a:ext cx="7469188" cy="471234"/>
          </a:xfrm>
        </p:spPr>
        <p:txBody>
          <a:bodyPr>
            <a:normAutofit/>
          </a:bodyPr>
          <a:lstStyle>
            <a:lvl1pPr algn="l">
              <a:defRPr sz="2800" b="1">
                <a:latin typeface="Gotham HTF" pitchFamily="2" charset="0"/>
              </a:defRPr>
            </a:lvl1pPr>
          </a:lstStyle>
          <a:p>
            <a:r>
              <a:rPr lang="x-none" dirty="0"/>
              <a:t>CLICK TO EDIT MASTER TITLE STYLE</a:t>
            </a:r>
            <a:endParaRPr lang="en-US" dirty="0"/>
          </a:p>
        </p:txBody>
      </p:sp>
      <p:sp>
        <p:nvSpPr>
          <p:cNvPr id="8" name="Content Placeholder 3"/>
          <p:cNvSpPr>
            <a:spLocks noGrp="1"/>
          </p:cNvSpPr>
          <p:nvPr>
            <p:ph sz="half" idx="2"/>
          </p:nvPr>
        </p:nvSpPr>
        <p:spPr>
          <a:xfrm>
            <a:off x="914400" y="4677443"/>
            <a:ext cx="7469188" cy="1251719"/>
          </a:xfrm>
        </p:spPr>
        <p:txBody>
          <a:bodyPr>
            <a:normAutofit/>
          </a:bodyPr>
          <a:lstStyle>
            <a:lvl1pPr>
              <a:buFont typeface="Wingdings" panose="05000000000000000000" pitchFamily="2" charset="2"/>
              <a:buChar char="§"/>
              <a:defRPr sz="1200">
                <a:latin typeface="Gotham-Book"/>
              </a:defRPr>
            </a:lvl1pPr>
            <a:lvl2pPr>
              <a:buFont typeface="Wingdings" panose="05000000000000000000" pitchFamily="2" charset="2"/>
              <a:buChar char="§"/>
              <a:defRPr sz="1200">
                <a:latin typeface="Gotham-Book"/>
              </a:defRPr>
            </a:lvl2pPr>
            <a:lvl3pPr>
              <a:buFont typeface="Wingdings" panose="05000000000000000000" pitchFamily="2" charset="2"/>
              <a:buChar char="§"/>
              <a:defRPr sz="1200">
                <a:latin typeface="Gotham-Book"/>
              </a:defRPr>
            </a:lvl3pPr>
            <a:lvl4pPr>
              <a:buFont typeface="Wingdings" panose="05000000000000000000" pitchFamily="2" charset="2"/>
              <a:buChar char="§"/>
              <a:defRPr sz="1200">
                <a:latin typeface="Gotham-Book"/>
              </a:defRPr>
            </a:lvl4pPr>
            <a:lvl5pPr>
              <a:buFont typeface="Wingdings" panose="05000000000000000000" pitchFamily="2" charset="2"/>
              <a:buChar char="§"/>
              <a:defRPr sz="1200">
                <a:latin typeface="Gotham-Book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10" name="Espaço Reservado para Tabela 9"/>
          <p:cNvSpPr>
            <a:spLocks noGrp="1"/>
          </p:cNvSpPr>
          <p:nvPr>
            <p:ph type="tbl" sz="quarter" idx="13"/>
          </p:nvPr>
        </p:nvSpPr>
        <p:spPr>
          <a:xfrm>
            <a:off x="914400" y="1568450"/>
            <a:ext cx="7469188" cy="2589213"/>
          </a:xfrm>
        </p:spPr>
        <p:txBody>
          <a:bodyPr>
            <a:normAutofit/>
          </a:bodyPr>
          <a:lstStyle>
            <a:lvl1pPr>
              <a:defRPr sz="1200">
                <a:latin typeface="Gotham HTF Book" pitchFamily="2" charset="0"/>
              </a:defRPr>
            </a:lvl1pPr>
          </a:lstStyle>
          <a:p>
            <a:endParaRPr lang="pt-BR" dirty="0"/>
          </a:p>
        </p:txBody>
      </p:sp>
      <p:sp>
        <p:nvSpPr>
          <p:cNvPr id="7" name="Rectangle 20"/>
          <p:cNvSpPr/>
          <p:nvPr userDrawn="1"/>
        </p:nvSpPr>
        <p:spPr>
          <a:xfrm>
            <a:off x="765379" y="804779"/>
            <a:ext cx="72000" cy="284481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46296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 hasCustomPrompt="1"/>
          </p:nvPr>
        </p:nvSpPr>
        <p:spPr>
          <a:xfrm>
            <a:off x="914399" y="721027"/>
            <a:ext cx="7305575" cy="471234"/>
          </a:xfrm>
        </p:spPr>
        <p:txBody>
          <a:bodyPr>
            <a:normAutofit/>
          </a:bodyPr>
          <a:lstStyle>
            <a:lvl1pPr algn="l">
              <a:defRPr sz="2800" b="1">
                <a:latin typeface="Gotham HTF" pitchFamily="2" charset="0"/>
              </a:defRPr>
            </a:lvl1pPr>
          </a:lstStyle>
          <a:p>
            <a:r>
              <a:rPr lang="x-none" dirty="0"/>
              <a:t>CLICK TO EDIT MASTER TITLE STYLE</a:t>
            </a:r>
            <a:endParaRPr lang="en-US" dirty="0"/>
          </a:p>
        </p:txBody>
      </p:sp>
      <p:sp>
        <p:nvSpPr>
          <p:cNvPr id="4" name="Rectangle 20"/>
          <p:cNvSpPr/>
          <p:nvPr userDrawn="1"/>
        </p:nvSpPr>
        <p:spPr>
          <a:xfrm>
            <a:off x="765379" y="804779"/>
            <a:ext cx="72000" cy="284481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73397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037524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383762797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>
  <p:cSld name="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onteúdo 1"/>
          <p:cNvSpPr>
            <a:spLocks noGrp="1"/>
          </p:cNvSpPr>
          <p:nvPr>
            <p:ph/>
          </p:nvPr>
        </p:nvSpPr>
        <p:spPr>
          <a:xfrm>
            <a:off x="628650" y="365125"/>
            <a:ext cx="7886700" cy="58118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404913834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spaço Reservado para Título 11"/>
          <p:cNvSpPr>
            <a:spLocks noGrp="1"/>
          </p:cNvSpPr>
          <p:nvPr>
            <p:ph type="title" hasCustomPrompt="1"/>
          </p:nvPr>
        </p:nvSpPr>
        <p:spPr>
          <a:xfrm>
            <a:off x="628650" y="2766219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Font typeface="+mj-lt"/>
              <a:buNone/>
              <a:defRPr>
                <a:latin typeface="Gotham HTF" pitchFamily="2" charset="0"/>
              </a:defRPr>
            </a:lvl1pPr>
          </a:lstStyle>
          <a:p>
            <a:r>
              <a:rPr lang="pt-BR" dirty="0"/>
              <a:t>CLIQUE PARA EDITAR 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11152985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433774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emf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.xml"/><Relationship Id="rId13" Type="http://schemas.openxmlformats.org/officeDocument/2006/relationships/image" Target="../media/image3.emf"/><Relationship Id="rId3" Type="http://schemas.openxmlformats.org/officeDocument/2006/relationships/slideLayout" Target="../slideLayouts/slideLayout5.xml"/><Relationship Id="rId7" Type="http://schemas.openxmlformats.org/officeDocument/2006/relationships/slideLayout" Target="../slideLayouts/slideLayout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6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3.xml"/><Relationship Id="rId5" Type="http://schemas.openxmlformats.org/officeDocument/2006/relationships/slideLayout" Target="../slideLayouts/slideLayout7.xml"/><Relationship Id="rId10" Type="http://schemas.openxmlformats.org/officeDocument/2006/relationships/slideLayout" Target="../slideLayouts/slideLayout12.xml"/><Relationship Id="rId4" Type="http://schemas.openxmlformats.org/officeDocument/2006/relationships/slideLayout" Target="../slideLayouts/slideLayout6.xml"/><Relationship Id="rId9" Type="http://schemas.openxmlformats.org/officeDocument/2006/relationships/slideLayout" Target="../slideLayouts/slideLayout11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14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674039" y="3081534"/>
            <a:ext cx="5783223" cy="682232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4"/>
          <p:cNvPicPr>
            <a:picLocks noChangeAspect="1"/>
          </p:cNvPicPr>
          <p:nvPr userDrawn="1"/>
        </p:nvPicPr>
        <p:blipFill rotWithShape="1">
          <a:blip r:embed="rId3"/>
          <a:srcRect l="21776" r="21704"/>
          <a:stretch/>
        </p:blipFill>
        <p:spPr>
          <a:xfrm>
            <a:off x="1" y="2615134"/>
            <a:ext cx="9155650" cy="2789855"/>
          </a:xfrm>
          <a:prstGeom prst="rect">
            <a:avLst/>
          </a:prstGeom>
        </p:spPr>
      </p:pic>
      <p:sp>
        <p:nvSpPr>
          <p:cNvPr id="13" name="Rectangle 3"/>
          <p:cNvSpPr/>
          <p:nvPr userDrawn="1"/>
        </p:nvSpPr>
        <p:spPr>
          <a:xfrm>
            <a:off x="8365985" y="6141017"/>
            <a:ext cx="789666" cy="410186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8" name="Rectangle 1"/>
          <p:cNvSpPr/>
          <p:nvPr userDrawn="1"/>
        </p:nvSpPr>
        <p:spPr>
          <a:xfrm>
            <a:off x="0" y="0"/>
            <a:ext cx="9144000" cy="78757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18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829017" y="329329"/>
            <a:ext cx="997107" cy="272893"/>
          </a:xfrm>
          <a:prstGeom prst="rect">
            <a:avLst/>
          </a:prstGeom>
        </p:spPr>
      </p:pic>
      <p:sp>
        <p:nvSpPr>
          <p:cNvPr id="11" name="Rectangle 22"/>
          <p:cNvSpPr/>
          <p:nvPr userDrawn="1"/>
        </p:nvSpPr>
        <p:spPr>
          <a:xfrm flipH="1">
            <a:off x="759004" y="3423920"/>
            <a:ext cx="45719" cy="1290320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5"/>
          <p:cNvSpPr txBox="1"/>
          <p:nvPr userDrawn="1"/>
        </p:nvSpPr>
        <p:spPr>
          <a:xfrm>
            <a:off x="1011882" y="3341906"/>
            <a:ext cx="7166918" cy="5437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3200" b="1" dirty="0">
                <a:solidFill>
                  <a:srgbClr val="FFFFFF"/>
                </a:solidFill>
                <a:latin typeface="Gotham HTF" pitchFamily="2" charset="0"/>
                <a:cs typeface="Gotham-Bold"/>
              </a:rPr>
              <a:t>ENGENHARIA</a:t>
            </a:r>
            <a:r>
              <a:rPr lang="en-US" sz="3200" b="1" baseline="0" dirty="0">
                <a:solidFill>
                  <a:srgbClr val="FFFFFF"/>
                </a:solidFill>
                <a:latin typeface="Gotham HTF" pitchFamily="2" charset="0"/>
                <a:cs typeface="Gotham-Bold"/>
              </a:rPr>
              <a:t> DE COMPUTAÇÃO</a:t>
            </a:r>
            <a:endParaRPr lang="en-US" sz="3200" b="1" dirty="0">
              <a:solidFill>
                <a:srgbClr val="FFFFFF"/>
              </a:solidFill>
              <a:latin typeface="Gotham HTF" pitchFamily="2" charset="0"/>
              <a:cs typeface="Gotham-Bold"/>
            </a:endParaRPr>
          </a:p>
        </p:txBody>
      </p:sp>
      <p:sp>
        <p:nvSpPr>
          <p:cNvPr id="17" name="Rectangle 28"/>
          <p:cNvSpPr>
            <a:spLocks noChangeArrowheads="1"/>
          </p:cNvSpPr>
          <p:nvPr userDrawn="1"/>
        </p:nvSpPr>
        <p:spPr bwMode="auto">
          <a:xfrm>
            <a:off x="8377119" y="6199266"/>
            <a:ext cx="439223" cy="2776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algn="ctr">
              <a:defRPr/>
            </a:pPr>
            <a:fld id="{8F7506AB-1D79-4CD0-8D2E-1AD89BACC529}" type="slidenum">
              <a:rPr lang="en-US" sz="1200" b="1" i="0">
                <a:solidFill>
                  <a:schemeClr val="bg1"/>
                </a:solidFill>
                <a:latin typeface="Gotham-Bold"/>
              </a:rPr>
              <a:pPr algn="ctr">
                <a:defRPr/>
              </a:pPr>
              <a:t>‹nº›</a:t>
            </a:fld>
            <a:endParaRPr lang="en-US" sz="1200" b="1" i="0" dirty="0">
              <a:solidFill>
                <a:schemeClr val="bg1"/>
              </a:solidFill>
              <a:latin typeface="Gotham-Bold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spcBef>
          <a:spcPct val="20000"/>
        </a:spcBef>
        <a:buFont typeface="Arial" pitchFamily="34" charset="0"/>
        <a:buNone/>
        <a:defRPr sz="3200" kern="1200">
          <a:solidFill>
            <a:schemeClr val="bg1"/>
          </a:solidFill>
          <a:latin typeface="Gotham-Bold"/>
          <a:ea typeface="+mn-ea"/>
          <a:cs typeface="+mn-cs"/>
        </a:defRPr>
      </a:lvl1pPr>
      <a:lvl2pPr marL="457200" indent="0" algn="l" defTabSz="914400" rtl="0" eaLnBrk="1" latinLnBrk="0" hangingPunct="1">
        <a:spcBef>
          <a:spcPct val="20000"/>
        </a:spcBef>
        <a:buFont typeface="Arial" pitchFamily="34" charset="0"/>
        <a:buNone/>
        <a:defRPr sz="2200" kern="1200">
          <a:solidFill>
            <a:schemeClr val="bg1"/>
          </a:solidFill>
          <a:latin typeface="Gotham-Book"/>
          <a:ea typeface="+mn-ea"/>
          <a:cs typeface="+mn-cs"/>
        </a:defRPr>
      </a:lvl2pPr>
      <a:lvl3pPr marL="914400" indent="0" algn="l" defTabSz="914400" rtl="0" eaLnBrk="1" latinLnBrk="0" hangingPunct="1">
        <a:spcBef>
          <a:spcPct val="20000"/>
        </a:spcBef>
        <a:buFont typeface="Arial" pitchFamily="34" charset="0"/>
        <a:buNone/>
        <a:defRPr sz="2200" kern="1200">
          <a:solidFill>
            <a:schemeClr val="bg1"/>
          </a:solidFill>
          <a:latin typeface="Gotham-Book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200" kern="1200">
          <a:solidFill>
            <a:schemeClr val="bg1"/>
          </a:solidFill>
          <a:latin typeface="Gotham-Book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200" kern="1200">
          <a:solidFill>
            <a:schemeClr val="bg1"/>
          </a:solidFill>
          <a:latin typeface="Gotham-Book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33652" y="697656"/>
            <a:ext cx="7443468" cy="58522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x-none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33651" y="1600200"/>
            <a:ext cx="7443468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x-none" dirty="0"/>
              <a:t>Click to edit Master text styles</a:t>
            </a:r>
          </a:p>
          <a:p>
            <a:pPr lvl="1"/>
            <a:r>
              <a:rPr lang="x-none" dirty="0"/>
              <a:t>Second level</a:t>
            </a:r>
          </a:p>
          <a:p>
            <a:pPr lvl="2"/>
            <a:r>
              <a:rPr lang="x-none" dirty="0"/>
              <a:t>Third level</a:t>
            </a:r>
          </a:p>
          <a:p>
            <a:pPr lvl="3"/>
            <a:r>
              <a:rPr lang="x-none" dirty="0"/>
              <a:t>Fourth level</a:t>
            </a:r>
          </a:p>
          <a:p>
            <a:pPr lvl="4"/>
            <a:r>
              <a:rPr lang="x-none" dirty="0"/>
              <a:t>Fifth level</a:t>
            </a:r>
            <a:endParaRPr lang="en-US" dirty="0"/>
          </a:p>
        </p:txBody>
      </p:sp>
      <p:sp>
        <p:nvSpPr>
          <p:cNvPr id="15" name="Rectangle 14"/>
          <p:cNvSpPr/>
          <p:nvPr userDrawn="1"/>
        </p:nvSpPr>
        <p:spPr>
          <a:xfrm>
            <a:off x="0" y="0"/>
            <a:ext cx="9144000" cy="78757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Picture 17"/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7829017" y="329329"/>
            <a:ext cx="997107" cy="272893"/>
          </a:xfrm>
          <a:prstGeom prst="rect">
            <a:avLst/>
          </a:prstGeom>
        </p:spPr>
      </p:pic>
      <p:sp>
        <p:nvSpPr>
          <p:cNvPr id="19" name="Rectangle 11"/>
          <p:cNvSpPr/>
          <p:nvPr userDrawn="1"/>
        </p:nvSpPr>
        <p:spPr>
          <a:xfrm>
            <a:off x="8365985" y="6141017"/>
            <a:ext cx="789666" cy="410186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28"/>
          <p:cNvSpPr>
            <a:spLocks noChangeArrowheads="1"/>
          </p:cNvSpPr>
          <p:nvPr userDrawn="1"/>
        </p:nvSpPr>
        <p:spPr bwMode="auto">
          <a:xfrm>
            <a:off x="8377119" y="6199266"/>
            <a:ext cx="439223" cy="2776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algn="ctr">
              <a:defRPr/>
            </a:pPr>
            <a:fld id="{8F7506AB-1D79-4CD0-8D2E-1AD89BACC529}" type="slidenum">
              <a:rPr lang="en-US" sz="1200" b="1" i="0">
                <a:solidFill>
                  <a:schemeClr val="bg1"/>
                </a:solidFill>
                <a:latin typeface="Gotham-Bold"/>
              </a:rPr>
              <a:pPr algn="ctr">
                <a:defRPr/>
              </a:pPr>
              <a:t>‹nº›</a:t>
            </a:fld>
            <a:endParaRPr lang="en-US" sz="1200" b="1" i="0" dirty="0">
              <a:solidFill>
                <a:schemeClr val="bg1"/>
              </a:solidFill>
              <a:latin typeface="Gotham-Bold"/>
            </a:endParaRPr>
          </a:p>
        </p:txBody>
      </p:sp>
      <p:sp>
        <p:nvSpPr>
          <p:cNvPr id="11" name="Rectangle 20"/>
          <p:cNvSpPr/>
          <p:nvPr userDrawn="1"/>
        </p:nvSpPr>
        <p:spPr>
          <a:xfrm>
            <a:off x="765379" y="843279"/>
            <a:ext cx="72000" cy="284481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10622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0" r:id="rId1"/>
    <p:sldLayoutId id="2147483741" r:id="rId2"/>
    <p:sldLayoutId id="2147483742" r:id="rId3"/>
    <p:sldLayoutId id="2147483743" r:id="rId4"/>
    <p:sldLayoutId id="2147483744" r:id="rId5"/>
    <p:sldLayoutId id="2147483745" r:id="rId6"/>
    <p:sldLayoutId id="2147483746" r:id="rId7"/>
    <p:sldLayoutId id="2147483747" r:id="rId8"/>
    <p:sldLayoutId id="2147483748" r:id="rId9"/>
    <p:sldLayoutId id="2147483753" r:id="rId10"/>
    <p:sldLayoutId id="2147483754" r:id="rId11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2800" b="1" kern="1200">
          <a:solidFill>
            <a:schemeClr val="tx1"/>
          </a:solidFill>
          <a:latin typeface="Gotham HTF" pitchFamily="2" charset="0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Wingdings" panose="05000000000000000000" pitchFamily="2" charset="2"/>
        <a:buChar char="§"/>
        <a:defRPr sz="2800" kern="1200">
          <a:solidFill>
            <a:schemeClr val="tx1"/>
          </a:solidFill>
          <a:latin typeface="Gotham HTF Book" pitchFamily="2" charset="0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400" kern="1200">
          <a:solidFill>
            <a:schemeClr val="tx1"/>
          </a:solidFill>
          <a:latin typeface="Gotham HTF Book" pitchFamily="2" charset="0"/>
          <a:ea typeface="+mn-ea"/>
          <a:cs typeface="+mn-cs"/>
        </a:defRPr>
      </a:lvl2pPr>
      <a:lvl3pPr marL="1257300" indent="-342900" algn="l" defTabSz="457200" rtl="0" eaLnBrk="1" latinLnBrk="0" hangingPunct="1">
        <a:spcBef>
          <a:spcPct val="20000"/>
        </a:spcBef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Gotham HTF Book" pitchFamily="2" charset="0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800" kern="1200">
          <a:solidFill>
            <a:schemeClr val="tx1"/>
          </a:solidFill>
          <a:latin typeface="Gotham HTF Book" pitchFamily="2" charset="0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800" kern="1200">
          <a:solidFill>
            <a:schemeClr val="tx1"/>
          </a:solidFill>
          <a:latin typeface="Gotham HTF Book" pitchFamily="2" charset="0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15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837508" y="333716"/>
            <a:ext cx="975616" cy="267011"/>
          </a:xfrm>
          <a:prstGeom prst="rect">
            <a:avLst/>
          </a:prstGeom>
        </p:spPr>
      </p:pic>
      <p:sp>
        <p:nvSpPr>
          <p:cNvPr id="9" name="Rectangle 5"/>
          <p:cNvSpPr/>
          <p:nvPr userDrawn="1"/>
        </p:nvSpPr>
        <p:spPr>
          <a:xfrm>
            <a:off x="0" y="0"/>
            <a:ext cx="9144000" cy="78757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11"/>
          <p:cNvSpPr/>
          <p:nvPr userDrawn="1"/>
        </p:nvSpPr>
        <p:spPr>
          <a:xfrm>
            <a:off x="8365985" y="6141017"/>
            <a:ext cx="789666" cy="410186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28"/>
          <p:cNvSpPr>
            <a:spLocks noChangeArrowheads="1"/>
          </p:cNvSpPr>
          <p:nvPr userDrawn="1"/>
        </p:nvSpPr>
        <p:spPr bwMode="auto">
          <a:xfrm>
            <a:off x="8377119" y="6199266"/>
            <a:ext cx="439223" cy="2776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algn="ctr">
              <a:defRPr/>
            </a:pPr>
            <a:fld id="{8F7506AB-1D79-4CD0-8D2E-1AD89BACC529}" type="slidenum">
              <a:rPr lang="en-US" sz="1200" b="1" i="0">
                <a:solidFill>
                  <a:schemeClr val="bg1"/>
                </a:solidFill>
                <a:latin typeface="Gotham-Bold"/>
              </a:rPr>
              <a:pPr algn="ctr">
                <a:defRPr/>
              </a:pPr>
              <a:t>‹nº›</a:t>
            </a:fld>
            <a:endParaRPr lang="en-US" sz="1200" b="1" i="0" dirty="0">
              <a:solidFill>
                <a:schemeClr val="bg1"/>
              </a:solidFill>
              <a:latin typeface="Gotham-Bold"/>
            </a:endParaRPr>
          </a:p>
        </p:txBody>
      </p:sp>
      <p:sp>
        <p:nvSpPr>
          <p:cNvPr id="12" name="Espaço Reservado para Título 11"/>
          <p:cNvSpPr>
            <a:spLocks noGrp="1"/>
          </p:cNvSpPr>
          <p:nvPr>
            <p:ph type="title"/>
          </p:nvPr>
        </p:nvSpPr>
        <p:spPr>
          <a:xfrm>
            <a:off x="628650" y="2766219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5403310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2" r:id="rId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bg1"/>
          </a:solidFill>
          <a:latin typeface="Gotham HTF" pitchFamily="2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265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2"/>
          <p:cNvSpPr/>
          <p:nvPr userDrawn="1"/>
        </p:nvSpPr>
        <p:spPr>
          <a:xfrm>
            <a:off x="0" y="2580640"/>
            <a:ext cx="9144000" cy="282448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4"/>
          <p:cNvSpPr/>
          <p:nvPr userDrawn="1"/>
        </p:nvSpPr>
        <p:spPr>
          <a:xfrm>
            <a:off x="747966" y="3342641"/>
            <a:ext cx="72000" cy="1239520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5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837508" y="333716"/>
            <a:ext cx="975616" cy="267011"/>
          </a:xfrm>
          <a:prstGeom prst="rect">
            <a:avLst/>
          </a:prstGeom>
        </p:spPr>
      </p:pic>
      <p:sp>
        <p:nvSpPr>
          <p:cNvPr id="12" name="Rectangle 1026"/>
          <p:cNvSpPr>
            <a:spLocks noChangeArrowheads="1"/>
          </p:cNvSpPr>
          <p:nvPr userDrawn="1"/>
        </p:nvSpPr>
        <p:spPr bwMode="auto">
          <a:xfrm>
            <a:off x="1053372" y="3222882"/>
            <a:ext cx="6694934" cy="14553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2075" tIns="46038" rIns="92075" bIns="46038">
            <a:spAutoFit/>
          </a:bodyPr>
          <a:lstStyle/>
          <a:p>
            <a:pPr>
              <a:defRPr/>
            </a:pPr>
            <a:r>
              <a:rPr kumimoji="1" lang="en-US" sz="2000" b="1" dirty="0">
                <a:solidFill>
                  <a:schemeClr val="bg1"/>
                </a:solidFill>
                <a:latin typeface="Gotham HTF" pitchFamily="2" charset="0"/>
                <a:cs typeface="Gotham-Bold"/>
              </a:rPr>
              <a:t>Copyright © 2025  Prof. Dr. Nivaldo Zafalon Junior</a:t>
            </a:r>
          </a:p>
          <a:p>
            <a:pPr>
              <a:defRPr/>
            </a:pPr>
            <a:endParaRPr kumimoji="1" lang="en-US" sz="1600" dirty="0">
              <a:solidFill>
                <a:schemeClr val="bg1"/>
              </a:solidFill>
              <a:latin typeface="Gotham-Book"/>
              <a:cs typeface="Gotham-Book"/>
            </a:endParaRPr>
          </a:p>
          <a:p>
            <a:pPr>
              <a:lnSpc>
                <a:spcPct val="110000"/>
              </a:lnSpc>
              <a:defRPr/>
            </a:pP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Todos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direitos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reservados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. </a:t>
            </a: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Reprodução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ou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divulgação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 total </a:t>
            </a: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ou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parcial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deste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documento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 é </a:t>
            </a: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expressamente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proíbido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sem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 o </a:t>
            </a:r>
            <a:r>
              <a:rPr kumimoji="1" lang="pt-BR" sz="1600" dirty="0">
                <a:solidFill>
                  <a:schemeClr val="bg1"/>
                </a:solidFill>
                <a:latin typeface="Gotham-Book"/>
                <a:cs typeface="Gotham-Book"/>
              </a:rPr>
              <a:t>consentimento formal, por escrito,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 do Professor (</a:t>
            </a: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autor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3844783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0" r:id="rId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9.wmf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tefanelli.eng.br/paquimetro-virtual-simulador-milimetro-05/" TargetMode="External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2.xml"/><Relationship Id="rId5" Type="http://schemas.openxmlformats.org/officeDocument/2006/relationships/hyperlink" Target="https://www.stefanelli.eng.br/paquimetro-virtual-simulador-milimetro-02/" TargetMode="External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6.png"/><Relationship Id="rId4" Type="http://schemas.openxmlformats.org/officeDocument/2006/relationships/image" Target="../media/image15.w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8.w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1.wmf"/><Relationship Id="rId5" Type="http://schemas.openxmlformats.org/officeDocument/2006/relationships/oleObject" Target="../embeddings/oleObject5.bin"/><Relationship Id="rId4" Type="http://schemas.openxmlformats.org/officeDocument/2006/relationships/image" Target="../media/image30.wmf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wmf"/><Relationship Id="rId2" Type="http://schemas.openxmlformats.org/officeDocument/2006/relationships/oleObject" Target="../embeddings/oleObject6.bin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4.wmf"/><Relationship Id="rId5" Type="http://schemas.openxmlformats.org/officeDocument/2006/relationships/oleObject" Target="../embeddings/oleObject7.bin"/><Relationship Id="rId4" Type="http://schemas.openxmlformats.org/officeDocument/2006/relationships/image" Target="../media/image33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951982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:mv="urn:schemas-microsoft-com:mac:vml" xmlns="">
      <mp:transition xmlns:mp="http://schemas.microsoft.com/office/mac/powerpoint/2008/main"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1"/>
          <p:cNvSpPr txBox="1"/>
          <p:nvPr/>
        </p:nvSpPr>
        <p:spPr>
          <a:xfrm>
            <a:off x="1042704" y="4485205"/>
            <a:ext cx="4989796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dirty="0">
                <a:solidFill>
                  <a:srgbClr val="FFFFFF"/>
                </a:solidFill>
                <a:latin typeface="Gotham-Bold"/>
                <a:cs typeface="Gotham-Bold"/>
              </a:rPr>
              <a:t>PROF. Dr. NIVALDO ZAFALON JUNIOR</a:t>
            </a:r>
          </a:p>
        </p:txBody>
      </p:sp>
      <p:sp>
        <p:nvSpPr>
          <p:cNvPr id="4" name="TextBox 20"/>
          <p:cNvSpPr txBox="1"/>
          <p:nvPr/>
        </p:nvSpPr>
        <p:spPr>
          <a:xfrm>
            <a:off x="1042704" y="3898936"/>
            <a:ext cx="4989796" cy="3970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pt-BR" sz="2200" dirty="0">
                <a:solidFill>
                  <a:srgbClr val="FFFFFF"/>
                </a:solidFill>
                <a:latin typeface="Gotham-Book"/>
                <a:cs typeface="Gotham-Book"/>
              </a:rPr>
              <a:t>Energia, Cinemática, Forças e Ondas</a:t>
            </a:r>
          </a:p>
        </p:txBody>
      </p:sp>
    </p:spTree>
    <p:extLst>
      <p:ext uri="{BB962C8B-B14F-4D97-AF65-F5344CB8AC3E}">
        <p14:creationId xmlns:p14="http://schemas.microsoft.com/office/powerpoint/2010/main" val="14181448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Conteúdo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pt-BR" dirty="0"/>
              <a:t>	Graduação em Tecnologia em Saúde (FATEC-SO), em Física (IFGW), mestrado e doutorado em Engenharia Elétrica (FEEC - UNICAMP). Atualmente é professor da FIAP. Atuação em Biofísica, propagação elétrica em membranas celulares, estimulação elétrica, desenvolvimento de projetos baseados em microcontroladores e eletrônica para sistemas embarcados.</a:t>
            </a:r>
          </a:p>
        </p:txBody>
      </p:sp>
      <p:sp>
        <p:nvSpPr>
          <p:cNvPr id="19" name="TextBox 10"/>
          <p:cNvSpPr txBox="1"/>
          <p:nvPr/>
        </p:nvSpPr>
        <p:spPr>
          <a:xfrm>
            <a:off x="4163412" y="4867582"/>
            <a:ext cx="40974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2000" dirty="0">
                <a:solidFill>
                  <a:srgbClr val="FFFFFF"/>
                </a:solidFill>
                <a:latin typeface="Gotham-Bold"/>
                <a:cs typeface="Gotham-Bold"/>
              </a:rPr>
              <a:t>PROF. Dr. NIVALDO ZAFALON Jr.</a:t>
            </a:r>
          </a:p>
        </p:txBody>
      </p:sp>
      <p:sp>
        <p:nvSpPr>
          <p:cNvPr id="22" name="TextBox 15"/>
          <p:cNvSpPr txBox="1"/>
          <p:nvPr/>
        </p:nvSpPr>
        <p:spPr>
          <a:xfrm>
            <a:off x="4177606" y="5262363"/>
            <a:ext cx="2380780" cy="3416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dirty="0">
                <a:solidFill>
                  <a:srgbClr val="FFFFFF"/>
                </a:solidFill>
                <a:latin typeface="Gotham-Bold"/>
                <a:cs typeface="Gotham-Bold"/>
              </a:rPr>
              <a:t>nivaldex@gmail.com</a:t>
            </a:r>
          </a:p>
        </p:txBody>
      </p:sp>
      <p:pic>
        <p:nvPicPr>
          <p:cNvPr id="6" name="Espaço Reservado para Imagem 5"/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717" t="4139" r="13421" b="4139"/>
          <a:stretch/>
        </p:blipFill>
        <p:spPr>
          <a:xfrm>
            <a:off x="355600" y="685800"/>
            <a:ext cx="3403600" cy="5164138"/>
          </a:xfrm>
        </p:spPr>
      </p:pic>
      <p:sp>
        <p:nvSpPr>
          <p:cNvPr id="10" name="Isosceles Triangle 2"/>
          <p:cNvSpPr/>
          <p:nvPr/>
        </p:nvSpPr>
        <p:spPr>
          <a:xfrm rot="16200000">
            <a:off x="3493922" y="4970503"/>
            <a:ext cx="358752" cy="241676"/>
          </a:xfrm>
          <a:prstGeom prst="triangle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aseline="-25000"/>
          </a:p>
        </p:txBody>
      </p:sp>
    </p:spTree>
    <p:extLst>
      <p:ext uri="{BB962C8B-B14F-4D97-AF65-F5344CB8AC3E}">
        <p14:creationId xmlns:p14="http://schemas.microsoft.com/office/powerpoint/2010/main" val="18277647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:mv="urn:schemas-microsoft-com:mac:vml" xmlns="">
      <mp:transition xmlns:mp="http://schemas.microsoft.com/office/mac/powerpoint/2008/main" spd="slow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4"/>
          <p:cNvSpPr txBox="1">
            <a:spLocks noChangeArrowheads="1"/>
          </p:cNvSpPr>
          <p:nvPr/>
        </p:nvSpPr>
        <p:spPr bwMode="auto">
          <a:xfrm>
            <a:off x="0" y="2636838"/>
            <a:ext cx="9144000" cy="13388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bIns="0">
            <a:spAutoFit/>
          </a:bodyPr>
          <a:lstStyle>
            <a:lvl1pPr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r>
              <a:rPr lang="pt-BR" sz="2800" dirty="0">
                <a:solidFill>
                  <a:srgbClr val="FF0000"/>
                </a:solidFill>
              </a:rPr>
              <a:t>Experimento II:</a:t>
            </a:r>
          </a:p>
          <a:p>
            <a:endParaRPr lang="pt-BR" sz="2800" dirty="0">
              <a:solidFill>
                <a:srgbClr val="FF0000"/>
              </a:solidFill>
            </a:endParaRPr>
          </a:p>
          <a:p>
            <a:r>
              <a:rPr lang="pt-BR" sz="2800" dirty="0">
                <a:solidFill>
                  <a:srgbClr val="FF0000"/>
                </a:solidFill>
              </a:rPr>
              <a:t>*	Determinação da densidade do Aço.</a:t>
            </a:r>
          </a:p>
        </p:txBody>
      </p:sp>
    </p:spTree>
    <p:extLst>
      <p:ext uri="{BB962C8B-B14F-4D97-AF65-F5344CB8AC3E}">
        <p14:creationId xmlns:p14="http://schemas.microsoft.com/office/powerpoint/2010/main" val="18726462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:mv="urn:schemas-microsoft-com:mac:vml" xmlns="">
      <mp:transition xmlns:mp="http://schemas.microsoft.com/office/mac/powerpoint/2008/main" spd="slow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34"/>
          <p:cNvSpPr>
            <a:spLocks noChangeArrowheads="1"/>
          </p:cNvSpPr>
          <p:nvPr/>
        </p:nvSpPr>
        <p:spPr bwMode="auto">
          <a:xfrm>
            <a:off x="0" y="754063"/>
            <a:ext cx="9143999" cy="13234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/>
            <a:r>
              <a:rPr lang="pt-BR" sz="2800" dirty="0">
                <a:solidFill>
                  <a:srgbClr val="FF0000"/>
                </a:solidFill>
              </a:rPr>
              <a:t>	Densidade</a:t>
            </a:r>
          </a:p>
          <a:p>
            <a:pPr algn="just" eaLnBrk="1" hangingPunct="1"/>
            <a:endParaRPr lang="pt-BR" sz="1600" b="0" dirty="0"/>
          </a:p>
          <a:p>
            <a:pPr algn="just"/>
            <a:r>
              <a:rPr lang="pt-BR" b="0" dirty="0"/>
              <a:t>	</a:t>
            </a:r>
            <a:r>
              <a:rPr lang="pt-BR" b="0" dirty="0">
                <a:solidFill>
                  <a:schemeClr val="tx1"/>
                </a:solidFill>
              </a:rPr>
              <a:t>A densidade é a relação entre a massa de um material e o seu volume, deve ser medida para uma determinada temperatura. Sua fórmula é:</a:t>
            </a:r>
          </a:p>
        </p:txBody>
      </p:sp>
      <p:graphicFrame>
        <p:nvGraphicFramePr>
          <p:cNvPr id="3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69593439"/>
              </p:ext>
            </p:extLst>
          </p:nvPr>
        </p:nvGraphicFramePr>
        <p:xfrm>
          <a:off x="2750671" y="2636586"/>
          <a:ext cx="788987" cy="720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ção" r:id="rId3" imgW="431640" imgH="393480" progId="Equation.3">
                  <p:embed/>
                </p:oleObj>
              </mc:Choice>
              <mc:Fallback>
                <p:oleObj name="Equação" r:id="rId3" imgW="431640" imgH="393480" progId="Equation.3">
                  <p:embed/>
                  <p:pic>
                    <p:nvPicPr>
                      <p:cNvPr id="35849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50671" y="2636586"/>
                        <a:ext cx="788987" cy="720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CaixaDeTexto 1"/>
          <p:cNvSpPr txBox="1"/>
          <p:nvPr/>
        </p:nvSpPr>
        <p:spPr>
          <a:xfrm>
            <a:off x="4572000" y="2535283"/>
            <a:ext cx="158248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d = densidade;</a:t>
            </a:r>
          </a:p>
          <a:p>
            <a:r>
              <a:rPr lang="pt-BR" dirty="0"/>
              <a:t>m = massa;</a:t>
            </a:r>
          </a:p>
          <a:p>
            <a:r>
              <a:rPr lang="pt-BR" dirty="0"/>
              <a:t>v = volume.</a:t>
            </a:r>
          </a:p>
        </p:txBody>
      </p:sp>
    </p:spTree>
    <p:extLst>
      <p:ext uri="{BB962C8B-B14F-4D97-AF65-F5344CB8AC3E}">
        <p14:creationId xmlns:p14="http://schemas.microsoft.com/office/powerpoint/2010/main" val="35303997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34"/>
          <p:cNvSpPr>
            <a:spLocks noChangeArrowheads="1"/>
          </p:cNvSpPr>
          <p:nvPr/>
        </p:nvSpPr>
        <p:spPr bwMode="auto">
          <a:xfrm>
            <a:off x="0" y="754063"/>
            <a:ext cx="9143999" cy="10464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/>
            <a:r>
              <a:rPr lang="pt-BR" sz="2800" dirty="0">
                <a:solidFill>
                  <a:srgbClr val="FF0000"/>
                </a:solidFill>
              </a:rPr>
              <a:t>	Material</a:t>
            </a:r>
          </a:p>
          <a:p>
            <a:pPr algn="just" eaLnBrk="1" hangingPunct="1"/>
            <a:endParaRPr lang="pt-BR" sz="1600" b="0" dirty="0"/>
          </a:p>
          <a:p>
            <a:pPr algn="just"/>
            <a:r>
              <a:rPr lang="pt-BR" b="0" dirty="0"/>
              <a:t>	</a:t>
            </a:r>
            <a:r>
              <a:rPr lang="pt-BR" b="0" dirty="0">
                <a:solidFill>
                  <a:schemeClr val="tx1"/>
                </a:solidFill>
              </a:rPr>
              <a:t>Amostras de aço carbono (com no máximo 1% de seu peso em carbono).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E46DC021-C814-A512-87BB-A10B33161E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9006" y="2017058"/>
            <a:ext cx="5490163" cy="4840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66538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4">
            <a:extLst>
              <a:ext uri="{FF2B5EF4-FFF2-40B4-BE49-F238E27FC236}">
                <a16:creationId xmlns:a16="http://schemas.microsoft.com/office/drawing/2014/main" id="{C82F659C-CFFC-DB3E-17E2-D90AD766AC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754063"/>
            <a:ext cx="9143999" cy="10464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/>
            <a:r>
              <a:rPr lang="pt-BR" sz="2800" dirty="0">
                <a:solidFill>
                  <a:srgbClr val="FF0000"/>
                </a:solidFill>
              </a:rPr>
              <a:t>	Medindo as amostras</a:t>
            </a:r>
          </a:p>
          <a:p>
            <a:pPr algn="just" eaLnBrk="1" hangingPunct="1"/>
            <a:endParaRPr lang="pt-BR" sz="1600" b="0" dirty="0"/>
          </a:p>
          <a:p>
            <a:pPr algn="just"/>
            <a:r>
              <a:rPr lang="pt-BR" b="0" dirty="0"/>
              <a:t>	</a:t>
            </a:r>
            <a:endParaRPr lang="pt-BR" b="0" dirty="0">
              <a:solidFill>
                <a:schemeClr val="tx1"/>
              </a:solidFill>
            </a:endParaRPr>
          </a:p>
        </p:txBody>
      </p:sp>
      <p:pic>
        <p:nvPicPr>
          <p:cNvPr id="6" name="Imagem 5" descr="Medidor com números e letras em fundo branco&#10;&#10;O conteúdo gerado por IA pode estar incorreto.">
            <a:extLst>
              <a:ext uri="{FF2B5EF4-FFF2-40B4-BE49-F238E27FC236}">
                <a16:creationId xmlns:a16="http://schemas.microsoft.com/office/drawing/2014/main" id="{0C193E0D-4412-D170-0916-D5F5C87C4256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9076" y="2063825"/>
            <a:ext cx="7785847" cy="2730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21979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34"/>
          <p:cNvSpPr>
            <a:spLocks noChangeArrowheads="1"/>
          </p:cNvSpPr>
          <p:nvPr/>
        </p:nvSpPr>
        <p:spPr bwMode="auto">
          <a:xfrm>
            <a:off x="0" y="754063"/>
            <a:ext cx="9143999" cy="10464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/>
            <a:r>
              <a:rPr lang="pt-BR" sz="2800" dirty="0">
                <a:solidFill>
                  <a:srgbClr val="FF0000"/>
                </a:solidFill>
              </a:rPr>
              <a:t>	Medindo as amostras</a:t>
            </a:r>
          </a:p>
          <a:p>
            <a:pPr algn="just" eaLnBrk="1" hangingPunct="1"/>
            <a:endParaRPr lang="pt-BR" sz="1600" b="0" dirty="0"/>
          </a:p>
          <a:p>
            <a:pPr algn="just"/>
            <a:r>
              <a:rPr lang="pt-BR" b="0" dirty="0"/>
              <a:t>	</a:t>
            </a:r>
            <a:endParaRPr lang="pt-BR" b="0" dirty="0">
              <a:solidFill>
                <a:schemeClr val="tx1"/>
              </a:solidFill>
            </a:endParaRP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56547409-8CAC-4925-A9FD-1E20514868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56034"/>
            <a:ext cx="9144000" cy="1099038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63EDE242-3360-4937-94BD-E92E88260F27}"/>
              </a:ext>
            </a:extLst>
          </p:cNvPr>
          <p:cNvSpPr txBox="1"/>
          <p:nvPr/>
        </p:nvSpPr>
        <p:spPr>
          <a:xfrm>
            <a:off x="0" y="2738859"/>
            <a:ext cx="9144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>
                <a:hlinkClick r:id="rId3"/>
              </a:rPr>
              <a:t>https://www.stefanelli.eng.br/paquimetro-virtual-simulador-milimetro-05/</a:t>
            </a:r>
            <a:endParaRPr lang="pt-BR" dirty="0"/>
          </a:p>
          <a:p>
            <a:endParaRPr lang="pt-BR" dirty="0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D42AB8B6-79D7-4E71-9B56-659793D47F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815736"/>
            <a:ext cx="9144000" cy="1093033"/>
          </a:xfrm>
          <a:prstGeom prst="rect">
            <a:avLst/>
          </a:prstGeom>
        </p:spPr>
      </p:pic>
      <p:sp>
        <p:nvSpPr>
          <p:cNvPr id="10" name="CaixaDeTexto 9">
            <a:extLst>
              <a:ext uri="{FF2B5EF4-FFF2-40B4-BE49-F238E27FC236}">
                <a16:creationId xmlns:a16="http://schemas.microsoft.com/office/drawing/2014/main" id="{B58942EF-F288-4308-AFAC-D07FC9B80D1F}"/>
              </a:ext>
            </a:extLst>
          </p:cNvPr>
          <p:cNvSpPr txBox="1"/>
          <p:nvPr/>
        </p:nvSpPr>
        <p:spPr>
          <a:xfrm>
            <a:off x="0" y="5078800"/>
            <a:ext cx="914399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>
                <a:hlinkClick r:id="rId5"/>
              </a:rPr>
              <a:t>https://www.stefanelli.eng.br/paquimetro-virtual-simulador-milimetro-02/</a:t>
            </a:r>
            <a:endParaRPr lang="pt-BR" dirty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2330115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FFA94ADA-6F92-4A71-A178-091F32CFAC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3403" y="431482"/>
            <a:ext cx="7068276" cy="31285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3" name="Conector de Seta Reta 2">
            <a:extLst>
              <a:ext uri="{FF2B5EF4-FFF2-40B4-BE49-F238E27FC236}">
                <a16:creationId xmlns:a16="http://schemas.microsoft.com/office/drawing/2014/main" id="{8BC8D634-24CA-4024-BB53-7D51E4F0D81A}"/>
              </a:ext>
            </a:extLst>
          </p:cNvPr>
          <p:cNvCxnSpPr/>
          <p:nvPr/>
        </p:nvCxnSpPr>
        <p:spPr>
          <a:xfrm flipV="1">
            <a:off x="365760" y="1840992"/>
            <a:ext cx="1298448" cy="236524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CaixaDeTexto 3">
            <a:extLst>
              <a:ext uri="{FF2B5EF4-FFF2-40B4-BE49-F238E27FC236}">
                <a16:creationId xmlns:a16="http://schemas.microsoft.com/office/drawing/2014/main" id="{A41AFF42-03CF-45B6-B57E-7B6285BA038A}"/>
              </a:ext>
            </a:extLst>
          </p:cNvPr>
          <p:cNvSpPr txBox="1"/>
          <p:nvPr/>
        </p:nvSpPr>
        <p:spPr>
          <a:xfrm>
            <a:off x="0" y="4261104"/>
            <a:ext cx="212801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dirty="0"/>
              <a:t>Escala principal</a:t>
            </a:r>
          </a:p>
          <a:p>
            <a:pPr algn="ctr"/>
            <a:r>
              <a:rPr lang="pt-BR" dirty="0"/>
              <a:t>(intervalos de 1 mm)</a:t>
            </a:r>
          </a:p>
        </p:txBody>
      </p:sp>
      <p:cxnSp>
        <p:nvCxnSpPr>
          <p:cNvPr id="5" name="Conector de Seta Reta 4">
            <a:extLst>
              <a:ext uri="{FF2B5EF4-FFF2-40B4-BE49-F238E27FC236}">
                <a16:creationId xmlns:a16="http://schemas.microsoft.com/office/drawing/2014/main" id="{2121B597-B55C-47A2-896E-662D512CB8C3}"/>
              </a:ext>
            </a:extLst>
          </p:cNvPr>
          <p:cNvCxnSpPr/>
          <p:nvPr/>
        </p:nvCxnSpPr>
        <p:spPr>
          <a:xfrm flipH="1" flipV="1">
            <a:off x="3340608" y="1995772"/>
            <a:ext cx="213360" cy="174107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CaixaDeTexto 5">
            <a:extLst>
              <a:ext uri="{FF2B5EF4-FFF2-40B4-BE49-F238E27FC236}">
                <a16:creationId xmlns:a16="http://schemas.microsoft.com/office/drawing/2014/main" id="{E3226829-9E91-4437-8BC3-4C213945CBAB}"/>
              </a:ext>
            </a:extLst>
          </p:cNvPr>
          <p:cNvSpPr txBox="1"/>
          <p:nvPr/>
        </p:nvSpPr>
        <p:spPr>
          <a:xfrm>
            <a:off x="2742848" y="3725917"/>
            <a:ext cx="183223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dirty="0"/>
              <a:t>Escala secundária</a:t>
            </a:r>
          </a:p>
          <a:p>
            <a:pPr algn="ctr"/>
            <a:r>
              <a:rPr lang="pt-BR" dirty="0"/>
              <a:t>(nônio)</a:t>
            </a:r>
          </a:p>
        </p:txBody>
      </p:sp>
      <p:cxnSp>
        <p:nvCxnSpPr>
          <p:cNvPr id="7" name="Conector de Seta Reta 6">
            <a:extLst>
              <a:ext uri="{FF2B5EF4-FFF2-40B4-BE49-F238E27FC236}">
                <a16:creationId xmlns:a16="http://schemas.microsoft.com/office/drawing/2014/main" id="{DD890887-6129-471B-B022-1D5560F03EA3}"/>
              </a:ext>
            </a:extLst>
          </p:cNvPr>
          <p:cNvCxnSpPr/>
          <p:nvPr/>
        </p:nvCxnSpPr>
        <p:spPr>
          <a:xfrm>
            <a:off x="3658964" y="4462272"/>
            <a:ext cx="0" cy="44516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CaixaDeTexto 7">
            <a:extLst>
              <a:ext uri="{FF2B5EF4-FFF2-40B4-BE49-F238E27FC236}">
                <a16:creationId xmlns:a16="http://schemas.microsoft.com/office/drawing/2014/main" id="{1204CAD5-4346-4049-A6E6-4E35ACA92EF1}"/>
              </a:ext>
            </a:extLst>
          </p:cNvPr>
          <p:cNvSpPr txBox="1"/>
          <p:nvPr/>
        </p:nvSpPr>
        <p:spPr>
          <a:xfrm>
            <a:off x="3835400" y="4546353"/>
            <a:ext cx="12202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dirty="0"/>
              <a:t>20 divisões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63322AFF-0A5F-456D-B52C-03C768A844E2}"/>
              </a:ext>
            </a:extLst>
          </p:cNvPr>
          <p:cNvSpPr/>
          <p:nvPr/>
        </p:nvSpPr>
        <p:spPr>
          <a:xfrm>
            <a:off x="1706880" y="1879600"/>
            <a:ext cx="2128520" cy="274320"/>
          </a:xfrm>
          <a:prstGeom prst="rect">
            <a:avLst/>
          </a:prstGeom>
          <a:noFill/>
          <a:ln w="3810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aphicFrame>
        <p:nvGraphicFramePr>
          <p:cNvPr id="10" name="Object 9">
            <a:extLst>
              <a:ext uri="{FF2B5EF4-FFF2-40B4-BE49-F238E27FC236}">
                <a16:creationId xmlns:a16="http://schemas.microsoft.com/office/drawing/2014/main" id="{3DD4D3B1-DA60-47A7-B33F-D17276E72B3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127102" y="5017225"/>
          <a:ext cx="1244823" cy="884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ção" r:id="rId3" imgW="888840" imgH="634680" progId="Equation.3">
                  <p:embed/>
                </p:oleObj>
              </mc:Choice>
              <mc:Fallback>
                <p:oleObj name="Equação" r:id="rId3" imgW="888840" imgH="634680" progId="Equation.3">
                  <p:embed/>
                  <p:pic>
                    <p:nvPicPr>
                      <p:cNvPr id="10" name="Object 9">
                        <a:extLst>
                          <a:ext uri="{FF2B5EF4-FFF2-40B4-BE49-F238E27FC236}">
                            <a16:creationId xmlns:a16="http://schemas.microsoft.com/office/drawing/2014/main" id="{3DD4D3B1-DA60-47A7-B33F-D17276E72B3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27102" y="5017225"/>
                        <a:ext cx="1244823" cy="884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Retângulo 10">
            <a:extLst>
              <a:ext uri="{FF2B5EF4-FFF2-40B4-BE49-F238E27FC236}">
                <a16:creationId xmlns:a16="http://schemas.microsoft.com/office/drawing/2014/main" id="{CBCF3F96-211F-411D-8DAA-190FB009E340}"/>
              </a:ext>
            </a:extLst>
          </p:cNvPr>
          <p:cNvSpPr/>
          <p:nvPr/>
        </p:nvSpPr>
        <p:spPr>
          <a:xfrm>
            <a:off x="3023281" y="5619405"/>
            <a:ext cx="1495379" cy="274320"/>
          </a:xfrm>
          <a:prstGeom prst="rect">
            <a:avLst/>
          </a:prstGeom>
          <a:noFill/>
          <a:ln w="3810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2" name="Imagem 11" descr="Medidor com números e letras em fundo branco&#10;&#10;O conteúdo gerado por IA pode estar incorreto.">
            <a:extLst>
              <a:ext uri="{FF2B5EF4-FFF2-40B4-BE49-F238E27FC236}">
                <a16:creationId xmlns:a16="http://schemas.microsoft.com/office/drawing/2014/main" id="{0C19101D-EB79-70EA-B031-1EB3CAA3DFD6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178365">
            <a:off x="4164731" y="3258701"/>
            <a:ext cx="4833171" cy="1694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57423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6DC17994-0B29-4663-9994-94F07DF2D33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501" t="14741" r="21083" b="14445"/>
          <a:stretch/>
        </p:blipFill>
        <p:spPr>
          <a:xfrm>
            <a:off x="989838" y="317654"/>
            <a:ext cx="4701540" cy="3642360"/>
          </a:xfrm>
          <a:prstGeom prst="rect">
            <a:avLst/>
          </a:prstGeom>
        </p:spPr>
      </p:pic>
      <p:cxnSp>
        <p:nvCxnSpPr>
          <p:cNvPr id="5" name="Conector de Seta Reta 4">
            <a:extLst>
              <a:ext uri="{FF2B5EF4-FFF2-40B4-BE49-F238E27FC236}">
                <a16:creationId xmlns:a16="http://schemas.microsoft.com/office/drawing/2014/main" id="{5436A64B-453D-4D4F-9703-A6D7E7C85B22}"/>
              </a:ext>
            </a:extLst>
          </p:cNvPr>
          <p:cNvCxnSpPr/>
          <p:nvPr/>
        </p:nvCxnSpPr>
        <p:spPr>
          <a:xfrm flipV="1">
            <a:off x="365760" y="1840992"/>
            <a:ext cx="1298448" cy="236524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CaixaDeTexto 5">
            <a:extLst>
              <a:ext uri="{FF2B5EF4-FFF2-40B4-BE49-F238E27FC236}">
                <a16:creationId xmlns:a16="http://schemas.microsoft.com/office/drawing/2014/main" id="{08AC175F-848C-42E4-9AD4-FF2F47F6FACB}"/>
              </a:ext>
            </a:extLst>
          </p:cNvPr>
          <p:cNvSpPr txBox="1"/>
          <p:nvPr/>
        </p:nvSpPr>
        <p:spPr>
          <a:xfrm>
            <a:off x="0" y="4261104"/>
            <a:ext cx="212801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dirty="0"/>
              <a:t>Escala principal</a:t>
            </a:r>
          </a:p>
          <a:p>
            <a:pPr algn="ctr"/>
            <a:r>
              <a:rPr lang="pt-BR" dirty="0"/>
              <a:t>(intervalos de 1 mm)</a:t>
            </a:r>
          </a:p>
        </p:txBody>
      </p:sp>
      <p:cxnSp>
        <p:nvCxnSpPr>
          <p:cNvPr id="7" name="Conector de Seta Reta 6">
            <a:extLst>
              <a:ext uri="{FF2B5EF4-FFF2-40B4-BE49-F238E27FC236}">
                <a16:creationId xmlns:a16="http://schemas.microsoft.com/office/drawing/2014/main" id="{D623C8FA-89F8-474F-9F8A-B293D52141C8}"/>
              </a:ext>
            </a:extLst>
          </p:cNvPr>
          <p:cNvCxnSpPr/>
          <p:nvPr/>
        </p:nvCxnSpPr>
        <p:spPr>
          <a:xfrm flipH="1" flipV="1">
            <a:off x="3340608" y="1995772"/>
            <a:ext cx="213360" cy="174107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CaixaDeTexto 7">
            <a:extLst>
              <a:ext uri="{FF2B5EF4-FFF2-40B4-BE49-F238E27FC236}">
                <a16:creationId xmlns:a16="http://schemas.microsoft.com/office/drawing/2014/main" id="{D9265FCF-F6B2-400F-BD8A-E830311F7D85}"/>
              </a:ext>
            </a:extLst>
          </p:cNvPr>
          <p:cNvSpPr txBox="1"/>
          <p:nvPr/>
        </p:nvSpPr>
        <p:spPr>
          <a:xfrm>
            <a:off x="2742848" y="3725917"/>
            <a:ext cx="183223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dirty="0">
                <a:solidFill>
                  <a:srgbClr val="00B050"/>
                </a:solidFill>
              </a:rPr>
              <a:t>Escala secundária</a:t>
            </a:r>
          </a:p>
          <a:p>
            <a:pPr algn="ctr"/>
            <a:r>
              <a:rPr lang="pt-BR" dirty="0">
                <a:solidFill>
                  <a:srgbClr val="00B050"/>
                </a:solidFill>
              </a:rPr>
              <a:t>(nônio)</a:t>
            </a:r>
          </a:p>
        </p:txBody>
      </p:sp>
      <p:cxnSp>
        <p:nvCxnSpPr>
          <p:cNvPr id="9" name="Conector de Seta Reta 8">
            <a:extLst>
              <a:ext uri="{FF2B5EF4-FFF2-40B4-BE49-F238E27FC236}">
                <a16:creationId xmlns:a16="http://schemas.microsoft.com/office/drawing/2014/main" id="{0D87BAD0-8062-4082-9068-D92BA1CC67C6}"/>
              </a:ext>
            </a:extLst>
          </p:cNvPr>
          <p:cNvCxnSpPr/>
          <p:nvPr/>
        </p:nvCxnSpPr>
        <p:spPr>
          <a:xfrm>
            <a:off x="3658964" y="4462272"/>
            <a:ext cx="0" cy="44516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CaixaDeTexto 9">
            <a:extLst>
              <a:ext uri="{FF2B5EF4-FFF2-40B4-BE49-F238E27FC236}">
                <a16:creationId xmlns:a16="http://schemas.microsoft.com/office/drawing/2014/main" id="{261BB917-C573-4B9E-B2AC-E43AE7A2CD5B}"/>
              </a:ext>
            </a:extLst>
          </p:cNvPr>
          <p:cNvSpPr txBox="1"/>
          <p:nvPr/>
        </p:nvSpPr>
        <p:spPr>
          <a:xfrm>
            <a:off x="3835400" y="4546353"/>
            <a:ext cx="12202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dirty="0"/>
              <a:t>50 divisões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B4A77541-83D9-46BB-B13D-5558CE4ED7D4}"/>
              </a:ext>
            </a:extLst>
          </p:cNvPr>
          <p:cNvSpPr/>
          <p:nvPr/>
        </p:nvSpPr>
        <p:spPr>
          <a:xfrm>
            <a:off x="1706880" y="1879600"/>
            <a:ext cx="2590800" cy="274320"/>
          </a:xfrm>
          <a:prstGeom prst="rect">
            <a:avLst/>
          </a:prstGeom>
          <a:noFill/>
          <a:ln w="3810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aphicFrame>
        <p:nvGraphicFramePr>
          <p:cNvPr id="12" name="Object 9">
            <a:extLst>
              <a:ext uri="{FF2B5EF4-FFF2-40B4-BE49-F238E27FC236}">
                <a16:creationId xmlns:a16="http://schemas.microsoft.com/office/drawing/2014/main" id="{52DAA6EF-9D9A-4F6F-BA81-8C87DE06790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71443046"/>
              </p:ext>
            </p:extLst>
          </p:nvPr>
        </p:nvGraphicFramePr>
        <p:xfrm>
          <a:off x="3127102" y="5017225"/>
          <a:ext cx="1244823" cy="884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ção" r:id="rId3" imgW="888840" imgH="634680" progId="Equation.3">
                  <p:embed/>
                </p:oleObj>
              </mc:Choice>
              <mc:Fallback>
                <p:oleObj name="Equação" r:id="rId3" imgW="888840" imgH="634680" progId="Equation.3">
                  <p:embed/>
                  <p:pic>
                    <p:nvPicPr>
                      <p:cNvPr id="18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27102" y="5017225"/>
                        <a:ext cx="1244823" cy="884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Retângulo 12">
            <a:extLst>
              <a:ext uri="{FF2B5EF4-FFF2-40B4-BE49-F238E27FC236}">
                <a16:creationId xmlns:a16="http://schemas.microsoft.com/office/drawing/2014/main" id="{4A6447D2-6869-4A64-85C3-E7E700484FD7}"/>
              </a:ext>
            </a:extLst>
          </p:cNvPr>
          <p:cNvSpPr/>
          <p:nvPr/>
        </p:nvSpPr>
        <p:spPr>
          <a:xfrm>
            <a:off x="3023281" y="5619405"/>
            <a:ext cx="1495379" cy="274320"/>
          </a:xfrm>
          <a:prstGeom prst="rect">
            <a:avLst/>
          </a:prstGeom>
          <a:noFill/>
          <a:ln w="3810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765965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A462BD85-39F5-4CC4-AD89-81BDCB01E9A5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693" t="28713" r="28307" b="11731"/>
          <a:stretch/>
        </p:blipFill>
        <p:spPr>
          <a:xfrm>
            <a:off x="340627" y="1371719"/>
            <a:ext cx="3931920" cy="3063240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D44AD8F0-2765-49CD-ABCB-6331F646684D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333" t="38149" r="43334" b="8962"/>
          <a:stretch/>
        </p:blipFill>
        <p:spPr>
          <a:xfrm>
            <a:off x="4724400" y="856456"/>
            <a:ext cx="4419600" cy="2720340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E9B83DC9-27CF-4886-BB79-17202F36F773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968" t="32863" r="55115" b="53952"/>
          <a:stretch/>
        </p:blipFill>
        <p:spPr>
          <a:xfrm>
            <a:off x="1605118" y="2903339"/>
            <a:ext cx="2667430" cy="1531620"/>
          </a:xfrm>
          <a:prstGeom prst="rect">
            <a:avLst/>
          </a:prstGeom>
        </p:spPr>
      </p:pic>
      <p:cxnSp>
        <p:nvCxnSpPr>
          <p:cNvPr id="6" name="Conector de Seta Reta 5">
            <a:extLst>
              <a:ext uri="{FF2B5EF4-FFF2-40B4-BE49-F238E27FC236}">
                <a16:creationId xmlns:a16="http://schemas.microsoft.com/office/drawing/2014/main" id="{3F277F84-2156-4527-897F-E1840F39757C}"/>
              </a:ext>
            </a:extLst>
          </p:cNvPr>
          <p:cNvCxnSpPr/>
          <p:nvPr/>
        </p:nvCxnSpPr>
        <p:spPr>
          <a:xfrm>
            <a:off x="3063938" y="3040618"/>
            <a:ext cx="433642" cy="54864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CaixaDeTexto 6">
            <a:extLst>
              <a:ext uri="{FF2B5EF4-FFF2-40B4-BE49-F238E27FC236}">
                <a16:creationId xmlns:a16="http://schemas.microsoft.com/office/drawing/2014/main" id="{6491E067-1568-45A7-ABB9-6FC7726FBD6F}"/>
              </a:ext>
            </a:extLst>
          </p:cNvPr>
          <p:cNvSpPr txBox="1"/>
          <p:nvPr/>
        </p:nvSpPr>
        <p:spPr>
          <a:xfrm>
            <a:off x="2568289" y="2578953"/>
            <a:ext cx="495649" cy="46166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pt-BR" sz="2400" b="1" dirty="0">
                <a:solidFill>
                  <a:srgbClr val="FF0000"/>
                </a:solidFill>
              </a:rPr>
              <a:t>13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88B6AA16-6680-423E-B175-D89A44472043}"/>
              </a:ext>
            </a:extLst>
          </p:cNvPr>
          <p:cNvSpPr txBox="1"/>
          <p:nvPr/>
        </p:nvSpPr>
        <p:spPr>
          <a:xfrm>
            <a:off x="3627120" y="2552700"/>
            <a:ext cx="495649" cy="46166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pt-BR" sz="2400" b="1" dirty="0">
                <a:solidFill>
                  <a:srgbClr val="FF0000"/>
                </a:solidFill>
              </a:rPr>
              <a:t>14</a:t>
            </a:r>
          </a:p>
        </p:txBody>
      </p:sp>
      <p:cxnSp>
        <p:nvCxnSpPr>
          <p:cNvPr id="9" name="Conector de Seta Reta 8">
            <a:extLst>
              <a:ext uri="{FF2B5EF4-FFF2-40B4-BE49-F238E27FC236}">
                <a16:creationId xmlns:a16="http://schemas.microsoft.com/office/drawing/2014/main" id="{4854F29F-1757-44AE-9CD5-0693114E8E2B}"/>
              </a:ext>
            </a:extLst>
          </p:cNvPr>
          <p:cNvCxnSpPr>
            <a:stCxn id="8" idx="2"/>
          </p:cNvCxnSpPr>
          <p:nvPr/>
        </p:nvCxnSpPr>
        <p:spPr>
          <a:xfrm flipH="1">
            <a:off x="3649980" y="3014365"/>
            <a:ext cx="224965" cy="49869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5" name="Imagem 14">
            <a:extLst>
              <a:ext uri="{FF2B5EF4-FFF2-40B4-BE49-F238E27FC236}">
                <a16:creationId xmlns:a16="http://schemas.microsoft.com/office/drawing/2014/main" id="{EAC9ECCD-3AC3-4B5D-9759-B0008AC1EB41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333" t="38149" r="70584" b="45849"/>
          <a:stretch/>
        </p:blipFill>
        <p:spPr>
          <a:xfrm>
            <a:off x="4669598" y="4462144"/>
            <a:ext cx="4112473" cy="1755776"/>
          </a:xfrm>
          <a:prstGeom prst="rect">
            <a:avLst/>
          </a:prstGeom>
        </p:spPr>
      </p:pic>
      <p:cxnSp>
        <p:nvCxnSpPr>
          <p:cNvPr id="16" name="Conector de Seta Reta 15">
            <a:extLst>
              <a:ext uri="{FF2B5EF4-FFF2-40B4-BE49-F238E27FC236}">
                <a16:creationId xmlns:a16="http://schemas.microsoft.com/office/drawing/2014/main" id="{84BC2025-4690-46B5-834A-90617915C016}"/>
              </a:ext>
            </a:extLst>
          </p:cNvPr>
          <p:cNvCxnSpPr/>
          <p:nvPr/>
        </p:nvCxnSpPr>
        <p:spPr>
          <a:xfrm flipV="1">
            <a:off x="5212080" y="5707380"/>
            <a:ext cx="2750820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34">
            <a:extLst>
              <a:ext uri="{FF2B5EF4-FFF2-40B4-BE49-F238E27FC236}">
                <a16:creationId xmlns:a16="http://schemas.microsoft.com/office/drawing/2014/main" id="{671A1438-7642-DF84-141A-8435CD84E0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754063"/>
            <a:ext cx="387494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/>
            <a:r>
              <a:rPr lang="pt-BR" sz="2800" dirty="0">
                <a:solidFill>
                  <a:srgbClr val="FF0000"/>
                </a:solidFill>
              </a:rPr>
              <a:t>	Exemplo 1</a:t>
            </a:r>
            <a:r>
              <a:rPr lang="pt-BR" b="0" dirty="0"/>
              <a:t>	</a:t>
            </a:r>
            <a:endParaRPr lang="pt-BR" b="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217751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2C0DE9-51A6-1BEC-7816-FE05F804F6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06AEAD39-BC2B-7F5D-31BA-8F6D5363B97E}"/>
              </a:ext>
            </a:extLst>
          </p:cNvPr>
          <p:cNvSpPr txBox="1"/>
          <p:nvPr/>
        </p:nvSpPr>
        <p:spPr>
          <a:xfrm>
            <a:off x="906780" y="145018"/>
            <a:ext cx="13998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Leitura P1 - x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4272E029-5489-8837-C99B-7009E234FDD6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693" t="28713" r="28307" b="11731"/>
          <a:stretch/>
        </p:blipFill>
        <p:spPr>
          <a:xfrm>
            <a:off x="340627" y="1371719"/>
            <a:ext cx="3931920" cy="3063240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313CC6B2-8B43-15BC-8CB2-F0882162F245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333" t="38149" r="43334" b="8962"/>
          <a:stretch/>
        </p:blipFill>
        <p:spPr>
          <a:xfrm>
            <a:off x="4724400" y="856456"/>
            <a:ext cx="4419600" cy="2720340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715B2438-3417-615B-73BA-AC34C97E52EE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968" t="32863" r="55115" b="53952"/>
          <a:stretch/>
        </p:blipFill>
        <p:spPr>
          <a:xfrm>
            <a:off x="1605118" y="2903339"/>
            <a:ext cx="2667430" cy="1531620"/>
          </a:xfrm>
          <a:prstGeom prst="rect">
            <a:avLst/>
          </a:prstGeom>
        </p:spPr>
      </p:pic>
      <p:cxnSp>
        <p:nvCxnSpPr>
          <p:cNvPr id="6" name="Conector de Seta Reta 5">
            <a:extLst>
              <a:ext uri="{FF2B5EF4-FFF2-40B4-BE49-F238E27FC236}">
                <a16:creationId xmlns:a16="http://schemas.microsoft.com/office/drawing/2014/main" id="{9F78FE68-36AD-EB41-A918-DB64E2113549}"/>
              </a:ext>
            </a:extLst>
          </p:cNvPr>
          <p:cNvCxnSpPr/>
          <p:nvPr/>
        </p:nvCxnSpPr>
        <p:spPr>
          <a:xfrm>
            <a:off x="3063938" y="3040618"/>
            <a:ext cx="433642" cy="54864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CaixaDeTexto 6">
            <a:extLst>
              <a:ext uri="{FF2B5EF4-FFF2-40B4-BE49-F238E27FC236}">
                <a16:creationId xmlns:a16="http://schemas.microsoft.com/office/drawing/2014/main" id="{D8FB238E-BB03-D109-F0BC-4CFE3A3CCB6F}"/>
              </a:ext>
            </a:extLst>
          </p:cNvPr>
          <p:cNvSpPr txBox="1"/>
          <p:nvPr/>
        </p:nvSpPr>
        <p:spPr>
          <a:xfrm>
            <a:off x="2568289" y="2578953"/>
            <a:ext cx="495649" cy="46166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pt-BR" sz="2400" b="1" dirty="0">
                <a:solidFill>
                  <a:srgbClr val="FF0000"/>
                </a:solidFill>
              </a:rPr>
              <a:t>13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8CC38E05-28E4-1BD1-3D7E-55C5E6DCBFA3}"/>
              </a:ext>
            </a:extLst>
          </p:cNvPr>
          <p:cNvSpPr txBox="1"/>
          <p:nvPr/>
        </p:nvSpPr>
        <p:spPr>
          <a:xfrm>
            <a:off x="3627120" y="2552700"/>
            <a:ext cx="495649" cy="46166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pt-BR" sz="2400" b="1" dirty="0">
                <a:solidFill>
                  <a:srgbClr val="FF0000"/>
                </a:solidFill>
              </a:rPr>
              <a:t>14</a:t>
            </a:r>
          </a:p>
        </p:txBody>
      </p:sp>
      <p:cxnSp>
        <p:nvCxnSpPr>
          <p:cNvPr id="9" name="Conector de Seta Reta 8">
            <a:extLst>
              <a:ext uri="{FF2B5EF4-FFF2-40B4-BE49-F238E27FC236}">
                <a16:creationId xmlns:a16="http://schemas.microsoft.com/office/drawing/2014/main" id="{C39D4E86-89BC-4166-FDA6-27A5D2B7469F}"/>
              </a:ext>
            </a:extLst>
          </p:cNvPr>
          <p:cNvCxnSpPr>
            <a:stCxn id="8" idx="2"/>
          </p:cNvCxnSpPr>
          <p:nvPr/>
        </p:nvCxnSpPr>
        <p:spPr>
          <a:xfrm flipH="1">
            <a:off x="3649980" y="3014365"/>
            <a:ext cx="224965" cy="49869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CaixaDeTexto 9">
            <a:extLst>
              <a:ext uri="{FF2B5EF4-FFF2-40B4-BE49-F238E27FC236}">
                <a16:creationId xmlns:a16="http://schemas.microsoft.com/office/drawing/2014/main" id="{93C6C356-8C95-B7E5-E3F6-BFDDFFCA8679}"/>
              </a:ext>
            </a:extLst>
          </p:cNvPr>
          <p:cNvSpPr txBox="1"/>
          <p:nvPr/>
        </p:nvSpPr>
        <p:spPr>
          <a:xfrm>
            <a:off x="4122769" y="227231"/>
            <a:ext cx="5977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13,X</a:t>
            </a:r>
          </a:p>
        </p:txBody>
      </p:sp>
      <p:cxnSp>
        <p:nvCxnSpPr>
          <p:cNvPr id="12" name="Conector de Seta Reta 11">
            <a:extLst>
              <a:ext uri="{FF2B5EF4-FFF2-40B4-BE49-F238E27FC236}">
                <a16:creationId xmlns:a16="http://schemas.microsoft.com/office/drawing/2014/main" id="{BF17CD1B-BB57-A42B-FA4F-FCF0518F290B}"/>
              </a:ext>
            </a:extLst>
          </p:cNvPr>
          <p:cNvCxnSpPr/>
          <p:nvPr/>
        </p:nvCxnSpPr>
        <p:spPr>
          <a:xfrm flipH="1" flipV="1">
            <a:off x="6282898" y="1405215"/>
            <a:ext cx="270302" cy="75819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3777CD04-5BE4-896E-B285-EF959B6588F3}"/>
              </a:ext>
            </a:extLst>
          </p:cNvPr>
          <p:cNvSpPr txBox="1"/>
          <p:nvPr/>
        </p:nvSpPr>
        <p:spPr>
          <a:xfrm>
            <a:off x="6500209" y="2153344"/>
            <a:ext cx="175958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rgbClr val="FF0000"/>
                </a:solidFill>
              </a:rPr>
              <a:t>O alinhamento está aqui.</a:t>
            </a:r>
          </a:p>
        </p:txBody>
      </p:sp>
      <p:pic>
        <p:nvPicPr>
          <p:cNvPr id="15" name="Imagem 14">
            <a:extLst>
              <a:ext uri="{FF2B5EF4-FFF2-40B4-BE49-F238E27FC236}">
                <a16:creationId xmlns:a16="http://schemas.microsoft.com/office/drawing/2014/main" id="{D7534D7C-50BA-81CF-9C26-93D935442554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333" t="38149" r="70584" b="45849"/>
          <a:stretch/>
        </p:blipFill>
        <p:spPr>
          <a:xfrm>
            <a:off x="4669598" y="4462144"/>
            <a:ext cx="4112473" cy="1755776"/>
          </a:xfrm>
          <a:prstGeom prst="rect">
            <a:avLst/>
          </a:prstGeom>
        </p:spPr>
      </p:pic>
      <p:cxnSp>
        <p:nvCxnSpPr>
          <p:cNvPr id="16" name="Conector de Seta Reta 15">
            <a:extLst>
              <a:ext uri="{FF2B5EF4-FFF2-40B4-BE49-F238E27FC236}">
                <a16:creationId xmlns:a16="http://schemas.microsoft.com/office/drawing/2014/main" id="{094FBD88-19C9-D07A-B064-A5EF671426A2}"/>
              </a:ext>
            </a:extLst>
          </p:cNvPr>
          <p:cNvCxnSpPr/>
          <p:nvPr/>
        </p:nvCxnSpPr>
        <p:spPr>
          <a:xfrm flipV="1">
            <a:off x="5212080" y="5707380"/>
            <a:ext cx="2750820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ector de Seta Reta 17">
            <a:extLst>
              <a:ext uri="{FF2B5EF4-FFF2-40B4-BE49-F238E27FC236}">
                <a16:creationId xmlns:a16="http://schemas.microsoft.com/office/drawing/2014/main" id="{D31815F3-92EB-33F6-B13C-8DDC22DB7EBC}"/>
              </a:ext>
            </a:extLst>
          </p:cNvPr>
          <p:cNvCxnSpPr/>
          <p:nvPr/>
        </p:nvCxnSpPr>
        <p:spPr>
          <a:xfrm flipV="1">
            <a:off x="3931920" y="5707381"/>
            <a:ext cx="1424940" cy="68579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1D50AC54-5EB7-44FF-8870-1CA6609047C2}"/>
              </a:ext>
            </a:extLst>
          </p:cNvPr>
          <p:cNvSpPr txBox="1"/>
          <p:nvPr/>
        </p:nvSpPr>
        <p:spPr>
          <a:xfrm>
            <a:off x="2816113" y="6050399"/>
            <a:ext cx="12202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16 divisões</a:t>
            </a:r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6E821ABD-E26B-A11B-9BA1-2DA4BBCB5041}"/>
              </a:ext>
            </a:extLst>
          </p:cNvPr>
          <p:cNvSpPr txBox="1"/>
          <p:nvPr/>
        </p:nvSpPr>
        <p:spPr>
          <a:xfrm>
            <a:off x="1413613" y="5230951"/>
            <a:ext cx="24540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0,X = 16.0,02 = 0,32 mm</a:t>
            </a:r>
          </a:p>
        </p:txBody>
      </p:sp>
      <p:cxnSp>
        <p:nvCxnSpPr>
          <p:cNvPr id="23" name="Conector de Seta Reta 22">
            <a:extLst>
              <a:ext uri="{FF2B5EF4-FFF2-40B4-BE49-F238E27FC236}">
                <a16:creationId xmlns:a16="http://schemas.microsoft.com/office/drawing/2014/main" id="{82219C84-CD3B-0EA3-F48E-147FE1AC5C24}"/>
              </a:ext>
            </a:extLst>
          </p:cNvPr>
          <p:cNvCxnSpPr/>
          <p:nvPr/>
        </p:nvCxnSpPr>
        <p:spPr>
          <a:xfrm>
            <a:off x="4914900" y="365760"/>
            <a:ext cx="86868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E07D8020-9D40-78D9-D2DF-C9BCFC04D8BE}"/>
              </a:ext>
            </a:extLst>
          </p:cNvPr>
          <p:cNvSpPr txBox="1"/>
          <p:nvPr/>
        </p:nvSpPr>
        <p:spPr>
          <a:xfrm>
            <a:off x="5871937" y="227231"/>
            <a:ext cx="11320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13,32 mm</a:t>
            </a:r>
          </a:p>
        </p:txBody>
      </p:sp>
      <p:sp>
        <p:nvSpPr>
          <p:cNvPr id="25" name="Retângulo 24">
            <a:extLst>
              <a:ext uri="{FF2B5EF4-FFF2-40B4-BE49-F238E27FC236}">
                <a16:creationId xmlns:a16="http://schemas.microsoft.com/office/drawing/2014/main" id="{C6704AD6-6AF7-99F6-8CD8-6B46036260D0}"/>
              </a:ext>
            </a:extLst>
          </p:cNvPr>
          <p:cNvSpPr/>
          <p:nvPr/>
        </p:nvSpPr>
        <p:spPr>
          <a:xfrm>
            <a:off x="5789053" y="291992"/>
            <a:ext cx="1495379" cy="274320"/>
          </a:xfrm>
          <a:prstGeom prst="rect">
            <a:avLst/>
          </a:prstGeom>
          <a:noFill/>
          <a:ln w="3810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Rectangle 34">
            <a:extLst>
              <a:ext uri="{FF2B5EF4-FFF2-40B4-BE49-F238E27FC236}">
                <a16:creationId xmlns:a16="http://schemas.microsoft.com/office/drawing/2014/main" id="{77487C5D-824C-71C1-9DC8-54C049A7F5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754063"/>
            <a:ext cx="387494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/>
            <a:r>
              <a:rPr lang="pt-BR" sz="2800" dirty="0">
                <a:solidFill>
                  <a:srgbClr val="FF0000"/>
                </a:solidFill>
              </a:rPr>
              <a:t>	Exemplo 1</a:t>
            </a:r>
            <a:r>
              <a:rPr lang="pt-BR" b="0" dirty="0"/>
              <a:t>	</a:t>
            </a:r>
            <a:endParaRPr lang="pt-BR" b="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853869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6DFE7C-E7CF-5205-0A0E-287698B2C6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04A4F93B-A4DF-4AF1-C7C1-BDF9CFE05F2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370" t="37852" r="47060" b="49842"/>
          <a:stretch/>
        </p:blipFill>
        <p:spPr>
          <a:xfrm>
            <a:off x="5479409" y="3844290"/>
            <a:ext cx="3508992" cy="2099310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93F10D5D-B2E3-6D55-4875-1A922025A6FD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527" t="30491" r="51473" b="21213"/>
          <a:stretch/>
        </p:blipFill>
        <p:spPr>
          <a:xfrm>
            <a:off x="198120" y="1973580"/>
            <a:ext cx="2468880" cy="2484120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FEC1B7B2-1817-2240-5E5D-F6F9A8DCF703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167" t="37852" r="37417" b="43481"/>
          <a:stretch/>
        </p:blipFill>
        <p:spPr>
          <a:xfrm>
            <a:off x="4122419" y="2186940"/>
            <a:ext cx="4946771" cy="1196340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58E030E1-CED4-F3C6-B206-062BE762361E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611" t="30491" r="55640" b="49509"/>
          <a:stretch/>
        </p:blipFill>
        <p:spPr>
          <a:xfrm>
            <a:off x="198119" y="3215640"/>
            <a:ext cx="3638635" cy="2072640"/>
          </a:xfrm>
          <a:prstGeom prst="rect">
            <a:avLst/>
          </a:prstGeom>
        </p:spPr>
      </p:pic>
      <p:sp>
        <p:nvSpPr>
          <p:cNvPr id="16" name="Rectangle 34">
            <a:extLst>
              <a:ext uri="{FF2B5EF4-FFF2-40B4-BE49-F238E27FC236}">
                <a16:creationId xmlns:a16="http://schemas.microsoft.com/office/drawing/2014/main" id="{CC34B4A6-3796-20C1-5131-69D570FFC4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754063"/>
            <a:ext cx="387494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/>
            <a:r>
              <a:rPr lang="pt-BR" sz="2800" dirty="0">
                <a:solidFill>
                  <a:srgbClr val="FF0000"/>
                </a:solidFill>
              </a:rPr>
              <a:t>	Exemplo 2</a:t>
            </a:r>
            <a:r>
              <a:rPr lang="pt-BR" b="0" dirty="0"/>
              <a:t>	</a:t>
            </a:r>
            <a:endParaRPr lang="pt-BR" b="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3280817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E4A9EB41-C546-442E-AECF-F2DA522B07B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370" t="37852" r="47060" b="49842"/>
          <a:stretch/>
        </p:blipFill>
        <p:spPr>
          <a:xfrm>
            <a:off x="5479409" y="3844290"/>
            <a:ext cx="3508992" cy="2099310"/>
          </a:xfrm>
          <a:prstGeom prst="rect">
            <a:avLst/>
          </a:prstGeom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212B2B87-E7F5-4832-86EC-C58723829AA4}"/>
              </a:ext>
            </a:extLst>
          </p:cNvPr>
          <p:cNvSpPr txBox="1"/>
          <p:nvPr/>
        </p:nvSpPr>
        <p:spPr>
          <a:xfrm>
            <a:off x="906780" y="145018"/>
            <a:ext cx="13998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Leitura P1 - y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8ACDD47D-5073-4F1E-96D0-04AC38A0CD7E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527" t="30491" r="51473" b="21213"/>
          <a:stretch/>
        </p:blipFill>
        <p:spPr>
          <a:xfrm>
            <a:off x="198120" y="1973580"/>
            <a:ext cx="2468880" cy="2484120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430FDAD3-57C8-4AA2-AD89-35C46570E27E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167" t="37852" r="37417" b="43481"/>
          <a:stretch/>
        </p:blipFill>
        <p:spPr>
          <a:xfrm>
            <a:off x="4122419" y="2186940"/>
            <a:ext cx="4946771" cy="1196340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F0F1150D-1835-4B78-BE47-A6710B3CA0EA}"/>
              </a:ext>
            </a:extLst>
          </p:cNvPr>
          <p:cNvSpPr txBox="1"/>
          <p:nvPr/>
        </p:nvSpPr>
        <p:spPr>
          <a:xfrm>
            <a:off x="3451860" y="693420"/>
            <a:ext cx="16670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A,X = 21,66 mm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365C11B0-A891-4681-9254-D2C55E42BC5F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611" t="30491" r="55640" b="49509"/>
          <a:stretch/>
        </p:blipFill>
        <p:spPr>
          <a:xfrm>
            <a:off x="198119" y="3215640"/>
            <a:ext cx="3638635" cy="2072640"/>
          </a:xfrm>
          <a:prstGeom prst="rect">
            <a:avLst/>
          </a:prstGeom>
        </p:spPr>
      </p:pic>
      <p:cxnSp>
        <p:nvCxnSpPr>
          <p:cNvPr id="8" name="Conector de Seta Reta 7">
            <a:extLst>
              <a:ext uri="{FF2B5EF4-FFF2-40B4-BE49-F238E27FC236}">
                <a16:creationId xmlns:a16="http://schemas.microsoft.com/office/drawing/2014/main" id="{1C8FE17A-6E80-4D41-AB7A-A9FB63FC2E37}"/>
              </a:ext>
            </a:extLst>
          </p:cNvPr>
          <p:cNvCxnSpPr/>
          <p:nvPr/>
        </p:nvCxnSpPr>
        <p:spPr>
          <a:xfrm flipV="1">
            <a:off x="3535680" y="1062752"/>
            <a:ext cx="586740" cy="353210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ector de Seta Reta 8">
            <a:extLst>
              <a:ext uri="{FF2B5EF4-FFF2-40B4-BE49-F238E27FC236}">
                <a16:creationId xmlns:a16="http://schemas.microsoft.com/office/drawing/2014/main" id="{492C42EE-4DFF-4C4D-A684-BE9E96DD92C1}"/>
              </a:ext>
            </a:extLst>
          </p:cNvPr>
          <p:cNvCxnSpPr/>
          <p:nvPr/>
        </p:nvCxnSpPr>
        <p:spPr>
          <a:xfrm flipV="1">
            <a:off x="5280660" y="5013960"/>
            <a:ext cx="1668780" cy="70508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ector de Seta Reta 9">
            <a:extLst>
              <a:ext uri="{FF2B5EF4-FFF2-40B4-BE49-F238E27FC236}">
                <a16:creationId xmlns:a16="http://schemas.microsoft.com/office/drawing/2014/main" id="{1C8A2A05-22AC-45DD-B5B9-4830153B0D1A}"/>
              </a:ext>
            </a:extLst>
          </p:cNvPr>
          <p:cNvCxnSpPr/>
          <p:nvPr/>
        </p:nvCxnSpPr>
        <p:spPr>
          <a:xfrm flipH="1">
            <a:off x="7018021" y="2710180"/>
            <a:ext cx="215884" cy="1747520"/>
          </a:xfrm>
          <a:prstGeom prst="straightConnector1">
            <a:avLst/>
          </a:prstGeom>
          <a:ln>
            <a:solidFill>
              <a:srgbClr val="FF0000"/>
            </a:solidFill>
            <a:headEnd type="triangle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ector de Seta Reta 10">
            <a:extLst>
              <a:ext uri="{FF2B5EF4-FFF2-40B4-BE49-F238E27FC236}">
                <a16:creationId xmlns:a16="http://schemas.microsoft.com/office/drawing/2014/main" id="{DE798097-B5CB-4EC4-8BEB-39EF868ECE76}"/>
              </a:ext>
            </a:extLst>
          </p:cNvPr>
          <p:cNvCxnSpPr/>
          <p:nvPr/>
        </p:nvCxnSpPr>
        <p:spPr>
          <a:xfrm>
            <a:off x="4305995" y="2828806"/>
            <a:ext cx="2927910" cy="5663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BB9D5F1D-4C84-49AF-B630-FEF4EB251351}"/>
              </a:ext>
            </a:extLst>
          </p:cNvPr>
          <p:cNvSpPr txBox="1"/>
          <p:nvPr/>
        </p:nvSpPr>
        <p:spPr>
          <a:xfrm>
            <a:off x="4869306" y="2885440"/>
            <a:ext cx="12202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33 divisões</a:t>
            </a:r>
          </a:p>
        </p:txBody>
      </p:sp>
      <p:cxnSp>
        <p:nvCxnSpPr>
          <p:cNvPr id="13" name="Conector de Seta Reta 12">
            <a:extLst>
              <a:ext uri="{FF2B5EF4-FFF2-40B4-BE49-F238E27FC236}">
                <a16:creationId xmlns:a16="http://schemas.microsoft.com/office/drawing/2014/main" id="{EB99D986-F3B9-4A07-8038-F27D6028A09C}"/>
              </a:ext>
            </a:extLst>
          </p:cNvPr>
          <p:cNvCxnSpPr>
            <a:stCxn id="12" idx="2"/>
          </p:cNvCxnSpPr>
          <p:nvPr/>
        </p:nvCxnSpPr>
        <p:spPr>
          <a:xfrm flipH="1">
            <a:off x="4869306" y="3254772"/>
            <a:ext cx="610103" cy="87959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332030D3-2F07-4308-9E4D-CA16514C11DE}"/>
              </a:ext>
            </a:extLst>
          </p:cNvPr>
          <p:cNvSpPr txBox="1"/>
          <p:nvPr/>
        </p:nvSpPr>
        <p:spPr>
          <a:xfrm>
            <a:off x="4267200" y="4155440"/>
            <a:ext cx="88517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33.0,02</a:t>
            </a:r>
          </a:p>
          <a:p>
            <a:r>
              <a:rPr lang="pt-BR" dirty="0"/>
              <a:t>0,66</a:t>
            </a:r>
          </a:p>
        </p:txBody>
      </p:sp>
      <p:cxnSp>
        <p:nvCxnSpPr>
          <p:cNvPr id="15" name="Conector de Seta Reta 14">
            <a:extLst>
              <a:ext uri="{FF2B5EF4-FFF2-40B4-BE49-F238E27FC236}">
                <a16:creationId xmlns:a16="http://schemas.microsoft.com/office/drawing/2014/main" id="{6AE62B83-09B4-43BC-95E2-67471BF9B4C8}"/>
              </a:ext>
            </a:extLst>
          </p:cNvPr>
          <p:cNvCxnSpPr/>
          <p:nvPr/>
        </p:nvCxnSpPr>
        <p:spPr>
          <a:xfrm flipH="1" flipV="1">
            <a:off x="4463292" y="1062752"/>
            <a:ext cx="120348" cy="344094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34">
            <a:extLst>
              <a:ext uri="{FF2B5EF4-FFF2-40B4-BE49-F238E27FC236}">
                <a16:creationId xmlns:a16="http://schemas.microsoft.com/office/drawing/2014/main" id="{1F792473-4EA8-350F-A6EB-63A3E1B4DA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754063"/>
            <a:ext cx="387494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/>
            <a:r>
              <a:rPr lang="pt-BR" sz="2800" dirty="0">
                <a:solidFill>
                  <a:srgbClr val="FF0000"/>
                </a:solidFill>
              </a:rPr>
              <a:t>	Exemplo 2</a:t>
            </a:r>
            <a:r>
              <a:rPr lang="pt-BR" b="0" dirty="0"/>
              <a:t>	</a:t>
            </a:r>
            <a:endParaRPr lang="pt-BR" b="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834060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89A6C1C5-9D86-4404-9C2F-487CFDF9F95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693" t="33454" r="52390" b="50249"/>
          <a:stretch/>
        </p:blipFill>
        <p:spPr>
          <a:xfrm>
            <a:off x="-1" y="2308860"/>
            <a:ext cx="3404547" cy="3147060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8A73F837-9CCC-4331-81BF-9F0B34299AC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917" t="47778" r="54166" b="39185"/>
          <a:stretch/>
        </p:blipFill>
        <p:spPr>
          <a:xfrm>
            <a:off x="3672840" y="2308860"/>
            <a:ext cx="5334000" cy="1706880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60CAE252-3F9E-43E1-AED9-BA87FDD79088}"/>
              </a:ext>
            </a:extLst>
          </p:cNvPr>
          <p:cNvSpPr txBox="1"/>
          <p:nvPr/>
        </p:nvSpPr>
        <p:spPr>
          <a:xfrm>
            <a:off x="906780" y="145018"/>
            <a:ext cx="13998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Leitura P1 - z</a:t>
            </a:r>
          </a:p>
        </p:txBody>
      </p:sp>
      <p:sp>
        <p:nvSpPr>
          <p:cNvPr id="9" name="Rectangle 34">
            <a:extLst>
              <a:ext uri="{FF2B5EF4-FFF2-40B4-BE49-F238E27FC236}">
                <a16:creationId xmlns:a16="http://schemas.microsoft.com/office/drawing/2014/main" id="{6E924576-78B5-D22E-7ECC-95F517D9B0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754063"/>
            <a:ext cx="387494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/>
            <a:r>
              <a:rPr lang="pt-BR" sz="2800" dirty="0">
                <a:solidFill>
                  <a:srgbClr val="FF0000"/>
                </a:solidFill>
              </a:rPr>
              <a:t>	Exemplo 3</a:t>
            </a:r>
            <a:r>
              <a:rPr lang="pt-BR" b="0" dirty="0"/>
              <a:t>	</a:t>
            </a:r>
            <a:endParaRPr lang="pt-BR" b="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7084525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FA753D-14ED-42CD-462B-DC977ADA91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364F8A75-FD0C-9863-80B9-1C0DFF19BC7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693" t="33454" r="52390" b="50249"/>
          <a:stretch/>
        </p:blipFill>
        <p:spPr>
          <a:xfrm>
            <a:off x="-1" y="2308860"/>
            <a:ext cx="3404547" cy="3147060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B7EA3500-8D0E-0BDE-EFEC-1DC9D0354F0D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917" t="47778" r="54166" b="39185"/>
          <a:stretch/>
        </p:blipFill>
        <p:spPr>
          <a:xfrm>
            <a:off x="3672840" y="2308860"/>
            <a:ext cx="5334000" cy="1706880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E56F9110-9BB7-253B-44EE-3BD8EDD32860}"/>
              </a:ext>
            </a:extLst>
          </p:cNvPr>
          <p:cNvSpPr txBox="1"/>
          <p:nvPr/>
        </p:nvSpPr>
        <p:spPr>
          <a:xfrm>
            <a:off x="906780" y="145018"/>
            <a:ext cx="13998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Leitura P1 - z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44255163-F106-B0BC-33AE-A0F5715174C0}"/>
              </a:ext>
            </a:extLst>
          </p:cNvPr>
          <p:cNvSpPr txBox="1"/>
          <p:nvPr/>
        </p:nvSpPr>
        <p:spPr>
          <a:xfrm>
            <a:off x="5011941" y="5271254"/>
            <a:ext cx="15280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/>
              <a:t>A,x</a:t>
            </a:r>
            <a:r>
              <a:rPr lang="pt-BR" dirty="0"/>
              <a:t> = 1,28 mm</a:t>
            </a:r>
          </a:p>
        </p:txBody>
      </p:sp>
      <p:cxnSp>
        <p:nvCxnSpPr>
          <p:cNvPr id="6" name="Conector de Seta Reta 5">
            <a:extLst>
              <a:ext uri="{FF2B5EF4-FFF2-40B4-BE49-F238E27FC236}">
                <a16:creationId xmlns:a16="http://schemas.microsoft.com/office/drawing/2014/main" id="{72FABE4E-16B2-719F-D1A3-92F238ED4079}"/>
              </a:ext>
            </a:extLst>
          </p:cNvPr>
          <p:cNvCxnSpPr/>
          <p:nvPr/>
        </p:nvCxnSpPr>
        <p:spPr>
          <a:xfrm flipH="1" flipV="1">
            <a:off x="1158240" y="3913882"/>
            <a:ext cx="4419600" cy="142773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ector de Seta Reta 6">
            <a:extLst>
              <a:ext uri="{FF2B5EF4-FFF2-40B4-BE49-F238E27FC236}">
                <a16:creationId xmlns:a16="http://schemas.microsoft.com/office/drawing/2014/main" id="{96043C58-5CBF-CDBC-3539-C29A5444CCBD}"/>
              </a:ext>
            </a:extLst>
          </p:cNvPr>
          <p:cNvCxnSpPr/>
          <p:nvPr/>
        </p:nvCxnSpPr>
        <p:spPr>
          <a:xfrm flipH="1">
            <a:off x="5966460" y="3558540"/>
            <a:ext cx="1089660" cy="171271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CaixaDeTexto 7">
            <a:extLst>
              <a:ext uri="{FF2B5EF4-FFF2-40B4-BE49-F238E27FC236}">
                <a16:creationId xmlns:a16="http://schemas.microsoft.com/office/drawing/2014/main" id="{6099343C-2FBB-48AB-D0FB-C2BE59722029}"/>
              </a:ext>
            </a:extLst>
          </p:cNvPr>
          <p:cNvSpPr txBox="1"/>
          <p:nvPr/>
        </p:nvSpPr>
        <p:spPr>
          <a:xfrm>
            <a:off x="6511290" y="4678680"/>
            <a:ext cx="15151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14.0,02 = 0,28</a:t>
            </a:r>
          </a:p>
        </p:txBody>
      </p:sp>
      <p:sp>
        <p:nvSpPr>
          <p:cNvPr id="9" name="Rectangle 34">
            <a:extLst>
              <a:ext uri="{FF2B5EF4-FFF2-40B4-BE49-F238E27FC236}">
                <a16:creationId xmlns:a16="http://schemas.microsoft.com/office/drawing/2014/main" id="{BBF06F6A-3C60-DC00-E02C-95BC51DEE1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754063"/>
            <a:ext cx="387494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/>
            <a:r>
              <a:rPr lang="pt-BR" sz="2800" dirty="0">
                <a:solidFill>
                  <a:srgbClr val="FF0000"/>
                </a:solidFill>
              </a:rPr>
              <a:t>	Exemplo 3</a:t>
            </a:r>
            <a:r>
              <a:rPr lang="pt-BR" b="0" dirty="0"/>
              <a:t>	</a:t>
            </a:r>
            <a:endParaRPr lang="pt-BR" b="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4166090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2690315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4"/>
          <p:cNvSpPr>
            <a:spLocks noChangeArrowheads="1"/>
          </p:cNvSpPr>
          <p:nvPr/>
        </p:nvSpPr>
        <p:spPr bwMode="auto">
          <a:xfrm>
            <a:off x="0" y="754063"/>
            <a:ext cx="9143999" cy="10464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/>
            <a:r>
              <a:rPr lang="pt-BR" sz="2800" dirty="0">
                <a:solidFill>
                  <a:srgbClr val="FF0000"/>
                </a:solidFill>
              </a:rPr>
              <a:t>	Cálculo dos volumes com erros</a:t>
            </a:r>
          </a:p>
          <a:p>
            <a:pPr algn="just" eaLnBrk="1" hangingPunct="1"/>
            <a:endParaRPr lang="pt-BR" sz="1600" b="0" dirty="0"/>
          </a:p>
          <a:p>
            <a:pPr algn="just"/>
            <a:r>
              <a:rPr lang="pt-BR" b="0" dirty="0"/>
              <a:t>	</a:t>
            </a:r>
            <a:endParaRPr lang="pt-BR" b="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4484622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4"/>
          <p:cNvSpPr>
            <a:spLocks noChangeArrowheads="1"/>
          </p:cNvSpPr>
          <p:nvPr/>
        </p:nvSpPr>
        <p:spPr bwMode="auto">
          <a:xfrm>
            <a:off x="0" y="754063"/>
            <a:ext cx="9143999" cy="10464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/>
            <a:r>
              <a:rPr lang="pt-BR" sz="2800" dirty="0">
                <a:solidFill>
                  <a:srgbClr val="FF0000"/>
                </a:solidFill>
              </a:rPr>
              <a:t>	Medindo as massas</a:t>
            </a:r>
          </a:p>
          <a:p>
            <a:pPr algn="just" eaLnBrk="1" hangingPunct="1"/>
            <a:endParaRPr lang="pt-BR" sz="1600" b="0" dirty="0"/>
          </a:p>
          <a:p>
            <a:pPr algn="just"/>
            <a:r>
              <a:rPr lang="pt-BR" b="0" dirty="0"/>
              <a:t>	</a:t>
            </a:r>
            <a:endParaRPr lang="pt-BR" b="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218533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4"/>
          <p:cNvSpPr>
            <a:spLocks noChangeArrowheads="1"/>
          </p:cNvSpPr>
          <p:nvPr/>
        </p:nvSpPr>
        <p:spPr bwMode="auto">
          <a:xfrm>
            <a:off x="0" y="754063"/>
            <a:ext cx="9143999" cy="10464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/>
            <a:r>
              <a:rPr lang="pt-BR" sz="2800" dirty="0">
                <a:solidFill>
                  <a:srgbClr val="FF0000"/>
                </a:solidFill>
              </a:rPr>
              <a:t>	Determinando a densidade</a:t>
            </a:r>
          </a:p>
          <a:p>
            <a:pPr algn="just" eaLnBrk="1" hangingPunct="1"/>
            <a:endParaRPr lang="pt-BR" sz="1600" b="0" dirty="0"/>
          </a:p>
          <a:p>
            <a:pPr algn="just"/>
            <a:r>
              <a:rPr lang="pt-BR" b="0" dirty="0"/>
              <a:t>	</a:t>
            </a:r>
            <a:endParaRPr lang="pt-BR" b="0" dirty="0">
              <a:solidFill>
                <a:schemeClr val="tx1"/>
              </a:solidFill>
            </a:endParaRP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24AE9979-F52C-458A-9BBF-C5FC851AA2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1277283"/>
            <a:ext cx="5227320" cy="3134973"/>
          </a:xfrm>
          <a:prstGeom prst="rect">
            <a:avLst/>
          </a:prstGeom>
        </p:spPr>
      </p:pic>
      <p:cxnSp>
        <p:nvCxnSpPr>
          <p:cNvPr id="4" name="Conector de Seta Reta 3">
            <a:extLst>
              <a:ext uri="{FF2B5EF4-FFF2-40B4-BE49-F238E27FC236}">
                <a16:creationId xmlns:a16="http://schemas.microsoft.com/office/drawing/2014/main" id="{C5A01D0A-C3ED-4546-83BD-EEA4DC3B70C2}"/>
              </a:ext>
            </a:extLst>
          </p:cNvPr>
          <p:cNvCxnSpPr/>
          <p:nvPr/>
        </p:nvCxnSpPr>
        <p:spPr>
          <a:xfrm>
            <a:off x="2194560" y="2255520"/>
            <a:ext cx="1937703" cy="230790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Object 9">
            <a:extLst>
              <a:ext uri="{FF2B5EF4-FFF2-40B4-BE49-F238E27FC236}">
                <a16:creationId xmlns:a16="http://schemas.microsoft.com/office/drawing/2014/main" id="{17E6357E-3C90-4081-8CCD-E6FDD0FBCB3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33571093"/>
              </p:ext>
            </p:extLst>
          </p:nvPr>
        </p:nvGraphicFramePr>
        <p:xfrm>
          <a:off x="4156075" y="4457700"/>
          <a:ext cx="1438275" cy="373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ção" r:id="rId3" imgW="787320" imgH="203040" progId="Equation.3">
                  <p:embed/>
                </p:oleObj>
              </mc:Choice>
              <mc:Fallback>
                <p:oleObj name="Equação" r:id="rId3" imgW="787320" imgH="203040" progId="Equation.3">
                  <p:embed/>
                  <p:pic>
                    <p:nvPicPr>
                      <p:cNvPr id="6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56075" y="4457700"/>
                        <a:ext cx="1438275" cy="373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9">
            <a:extLst>
              <a:ext uri="{FF2B5EF4-FFF2-40B4-BE49-F238E27FC236}">
                <a16:creationId xmlns:a16="http://schemas.microsoft.com/office/drawing/2014/main" id="{6885307D-3A22-4C97-BB28-0918A9E4ADC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997488"/>
              </p:ext>
            </p:extLst>
          </p:nvPr>
        </p:nvGraphicFramePr>
        <p:xfrm>
          <a:off x="4132263" y="5170445"/>
          <a:ext cx="3576637" cy="1492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ção" r:id="rId5" imgW="1955520" imgH="812520" progId="Equation.3">
                  <p:embed/>
                </p:oleObj>
              </mc:Choice>
              <mc:Fallback>
                <p:oleObj name="Equação" r:id="rId5" imgW="1955520" imgH="812520" progId="Equation.3">
                  <p:embed/>
                  <p:pic>
                    <p:nvPicPr>
                      <p:cNvPr id="7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32263" y="5170445"/>
                        <a:ext cx="3576637" cy="1492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7" name="Conector de Seta Reta 6">
            <a:extLst>
              <a:ext uri="{FF2B5EF4-FFF2-40B4-BE49-F238E27FC236}">
                <a16:creationId xmlns:a16="http://schemas.microsoft.com/office/drawing/2014/main" id="{1249A5D2-0C47-451E-9F2E-2ECAE09590C4}"/>
              </a:ext>
            </a:extLst>
          </p:cNvPr>
          <p:cNvCxnSpPr/>
          <p:nvPr/>
        </p:nvCxnSpPr>
        <p:spPr>
          <a:xfrm>
            <a:off x="4259580" y="4830086"/>
            <a:ext cx="0" cy="47688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ector de Seta Reta 7">
            <a:extLst>
              <a:ext uri="{FF2B5EF4-FFF2-40B4-BE49-F238E27FC236}">
                <a16:creationId xmlns:a16="http://schemas.microsoft.com/office/drawing/2014/main" id="{CF625FDB-0970-4921-8D8A-52C7DCE0EE5E}"/>
              </a:ext>
            </a:extLst>
          </p:cNvPr>
          <p:cNvCxnSpPr/>
          <p:nvPr/>
        </p:nvCxnSpPr>
        <p:spPr>
          <a:xfrm>
            <a:off x="5486400" y="4797383"/>
            <a:ext cx="0" cy="47688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tângulo 8">
            <a:extLst>
              <a:ext uri="{FF2B5EF4-FFF2-40B4-BE49-F238E27FC236}">
                <a16:creationId xmlns:a16="http://schemas.microsoft.com/office/drawing/2014/main" id="{338F0AD2-F442-4BC6-BEA9-7563C7904790}"/>
              </a:ext>
            </a:extLst>
          </p:cNvPr>
          <p:cNvSpPr/>
          <p:nvPr/>
        </p:nvSpPr>
        <p:spPr>
          <a:xfrm>
            <a:off x="4030980" y="5996940"/>
            <a:ext cx="2118360" cy="665755"/>
          </a:xfrm>
          <a:prstGeom prst="rect">
            <a:avLst/>
          </a:prstGeom>
          <a:noFill/>
          <a:ln w="3810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058934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9">
            <a:extLst>
              <a:ext uri="{FF2B5EF4-FFF2-40B4-BE49-F238E27FC236}">
                <a16:creationId xmlns:a16="http://schemas.microsoft.com/office/drawing/2014/main" id="{23B8F23E-5A2C-4A4B-ABFD-EDF90D91F36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39265935"/>
              </p:ext>
            </p:extLst>
          </p:nvPr>
        </p:nvGraphicFramePr>
        <p:xfrm>
          <a:off x="324485" y="1683068"/>
          <a:ext cx="1881188" cy="722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ção" r:id="rId2" imgW="1028520" imgH="393480" progId="Equation.3">
                  <p:embed/>
                </p:oleObj>
              </mc:Choice>
              <mc:Fallback>
                <p:oleObj name="Equação" r:id="rId2" imgW="1028520" imgH="393480" progId="Equation.3">
                  <p:embed/>
                  <p:pic>
                    <p:nvPicPr>
                      <p:cNvPr id="2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4485" y="1683068"/>
                        <a:ext cx="1881188" cy="7223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" name="Imagem 2">
            <a:extLst>
              <a:ext uri="{FF2B5EF4-FFF2-40B4-BE49-F238E27FC236}">
                <a16:creationId xmlns:a16="http://schemas.microsoft.com/office/drawing/2014/main" id="{DB44AC8E-AC10-4BB8-ABA0-36A087627D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630" y="3113722"/>
            <a:ext cx="4000500" cy="3114675"/>
          </a:xfrm>
          <a:prstGeom prst="rect">
            <a:avLst/>
          </a:prstGeom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69962F26-7C38-471C-B7AE-ADFB2291886E}"/>
              </a:ext>
            </a:extLst>
          </p:cNvPr>
          <p:cNvSpPr/>
          <p:nvPr/>
        </p:nvSpPr>
        <p:spPr>
          <a:xfrm>
            <a:off x="662940" y="5113020"/>
            <a:ext cx="3314700" cy="277135"/>
          </a:xfrm>
          <a:prstGeom prst="rect">
            <a:avLst/>
          </a:prstGeom>
          <a:noFill/>
          <a:ln w="3810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aphicFrame>
        <p:nvGraphicFramePr>
          <p:cNvPr id="5" name="Object 9">
            <a:extLst>
              <a:ext uri="{FF2B5EF4-FFF2-40B4-BE49-F238E27FC236}">
                <a16:creationId xmlns:a16="http://schemas.microsoft.com/office/drawing/2014/main" id="{36CFC6CE-236F-4AAC-939E-70A5B604E6E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53633794"/>
              </p:ext>
            </p:extLst>
          </p:nvPr>
        </p:nvGraphicFramePr>
        <p:xfrm>
          <a:off x="4764088" y="1862773"/>
          <a:ext cx="4203700" cy="2306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ção" r:id="rId5" imgW="2298600" imgH="1257120" progId="Equation.3">
                  <p:embed/>
                </p:oleObj>
              </mc:Choice>
              <mc:Fallback>
                <p:oleObj name="Equação" r:id="rId5" imgW="2298600" imgH="1257120" progId="Equation.3">
                  <p:embed/>
                  <p:pic>
                    <p:nvPicPr>
                      <p:cNvPr id="5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64088" y="1862773"/>
                        <a:ext cx="4203700" cy="23066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tângulo 5">
            <a:extLst>
              <a:ext uri="{FF2B5EF4-FFF2-40B4-BE49-F238E27FC236}">
                <a16:creationId xmlns:a16="http://schemas.microsoft.com/office/drawing/2014/main" id="{289866B6-D8DC-451A-845B-0AFC6B7E5776}"/>
              </a:ext>
            </a:extLst>
          </p:cNvPr>
          <p:cNvSpPr/>
          <p:nvPr/>
        </p:nvSpPr>
        <p:spPr>
          <a:xfrm>
            <a:off x="7063740" y="3489960"/>
            <a:ext cx="1981200" cy="679450"/>
          </a:xfrm>
          <a:prstGeom prst="rect">
            <a:avLst/>
          </a:prstGeom>
          <a:noFill/>
          <a:ln w="3810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7" name="Conector de Seta Reta 6">
            <a:extLst>
              <a:ext uri="{FF2B5EF4-FFF2-40B4-BE49-F238E27FC236}">
                <a16:creationId xmlns:a16="http://schemas.microsoft.com/office/drawing/2014/main" id="{766AF91C-8935-49A5-AD1F-5AB379D0D3E2}"/>
              </a:ext>
            </a:extLst>
          </p:cNvPr>
          <p:cNvCxnSpPr/>
          <p:nvPr/>
        </p:nvCxnSpPr>
        <p:spPr>
          <a:xfrm flipH="1" flipV="1">
            <a:off x="2461260" y="2087880"/>
            <a:ext cx="4602480" cy="140208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952669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4"/>
          <p:cNvSpPr>
            <a:spLocks noChangeArrowheads="1"/>
          </p:cNvSpPr>
          <p:nvPr/>
        </p:nvSpPr>
        <p:spPr bwMode="auto">
          <a:xfrm>
            <a:off x="3922713" y="2852738"/>
            <a:ext cx="2449512" cy="655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bIns="0" anchor="ctr">
            <a:spAutoFit/>
          </a:bodyPr>
          <a:lstStyle>
            <a:lvl1pPr>
              <a:tabLst>
                <a:tab pos="503238" algn="l"/>
              </a:tabLs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>
              <a:tabLst>
                <a:tab pos="503238" algn="l"/>
              </a:tabLs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>
              <a:tabLst>
                <a:tab pos="503238" algn="l"/>
              </a:tabLs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>
              <a:tabLst>
                <a:tab pos="503238" algn="l"/>
              </a:tabLs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>
              <a:tabLst>
                <a:tab pos="503238" algn="l"/>
              </a:tabLs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03238" algn="l"/>
              </a:tabLs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03238" algn="l"/>
              </a:tabLs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03238" algn="l"/>
              </a:tabLs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03238" algn="l"/>
              </a:tabLs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r>
              <a:rPr lang="pt-BR" sz="4000">
                <a:solidFill>
                  <a:srgbClr val="FF0000"/>
                </a:solidFill>
              </a:rPr>
              <a:t>Fim</a:t>
            </a:r>
          </a:p>
        </p:txBody>
      </p:sp>
    </p:spTree>
    <p:extLst>
      <p:ext uri="{BB962C8B-B14F-4D97-AF65-F5344CB8AC3E}">
        <p14:creationId xmlns:p14="http://schemas.microsoft.com/office/powerpoint/2010/main" val="211768781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2580640"/>
            <a:ext cx="9144000" cy="282448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1026"/>
          <p:cNvSpPr>
            <a:spLocks noChangeArrowheads="1"/>
          </p:cNvSpPr>
          <p:nvPr/>
        </p:nvSpPr>
        <p:spPr bwMode="auto">
          <a:xfrm>
            <a:off x="1053372" y="3387982"/>
            <a:ext cx="6694934" cy="14595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2075" tIns="46038" rIns="92075" bIns="46038">
            <a:spAutoFit/>
          </a:bodyPr>
          <a:lstStyle/>
          <a:p>
            <a:pPr>
              <a:defRPr/>
            </a:pPr>
            <a:r>
              <a:rPr kumimoji="1" lang="en-US" sz="2000" dirty="0">
                <a:solidFill>
                  <a:schemeClr val="bg1"/>
                </a:solidFill>
                <a:latin typeface="Gotham HTF" pitchFamily="2" charset="0"/>
                <a:cs typeface="Gotham-Bold"/>
              </a:rPr>
              <a:t>Copyright © 2025  Prof. Dr. Nivaldo Zafalon Junior</a:t>
            </a:r>
          </a:p>
          <a:p>
            <a:pPr>
              <a:defRPr/>
            </a:pPr>
            <a:endParaRPr kumimoji="1" lang="en-US" sz="1600" dirty="0">
              <a:solidFill>
                <a:schemeClr val="bg1"/>
              </a:solidFill>
              <a:latin typeface="Gotham-Book"/>
              <a:cs typeface="Gotham-Book"/>
            </a:endParaRPr>
          </a:p>
          <a:p>
            <a:pPr>
              <a:lnSpc>
                <a:spcPct val="110000"/>
              </a:lnSpc>
              <a:defRPr/>
            </a:pPr>
            <a:r>
              <a:rPr kumimoji="1" lang="en-US" sz="1600" dirty="0" err="1">
                <a:solidFill>
                  <a:schemeClr val="bg1"/>
                </a:solidFill>
                <a:latin typeface="Gotham HTF Book" pitchFamily="2" charset="0"/>
                <a:cs typeface="Gotham-Book"/>
              </a:rPr>
              <a:t>Todos</a:t>
            </a:r>
            <a:r>
              <a:rPr kumimoji="1" lang="en-US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 HTF Book" pitchFamily="2" charset="0"/>
                <a:cs typeface="Gotham-Book"/>
              </a:rPr>
              <a:t>direitos</a:t>
            </a:r>
            <a:r>
              <a:rPr kumimoji="1" lang="en-US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 HTF Book" pitchFamily="2" charset="0"/>
                <a:cs typeface="Gotham-Book"/>
              </a:rPr>
              <a:t>reservados</a:t>
            </a:r>
            <a:r>
              <a:rPr kumimoji="1" lang="en-US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. </a:t>
            </a:r>
            <a:r>
              <a:rPr kumimoji="1" lang="en-US" sz="1600" dirty="0" err="1">
                <a:solidFill>
                  <a:schemeClr val="bg1"/>
                </a:solidFill>
                <a:latin typeface="Gotham HTF Book" pitchFamily="2" charset="0"/>
                <a:cs typeface="Gotham-Book"/>
              </a:rPr>
              <a:t>Reprodução</a:t>
            </a:r>
            <a:r>
              <a:rPr kumimoji="1" lang="en-US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 HTF Book" pitchFamily="2" charset="0"/>
                <a:cs typeface="Gotham-Book"/>
              </a:rPr>
              <a:t>ou</a:t>
            </a:r>
            <a:r>
              <a:rPr kumimoji="1" lang="en-US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 HTF Book" pitchFamily="2" charset="0"/>
                <a:cs typeface="Gotham-Book"/>
              </a:rPr>
              <a:t>divulgação</a:t>
            </a:r>
            <a:r>
              <a:rPr kumimoji="1" lang="en-US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 total </a:t>
            </a:r>
            <a:r>
              <a:rPr kumimoji="1" lang="en-US" sz="1600" dirty="0" err="1">
                <a:solidFill>
                  <a:schemeClr val="bg1"/>
                </a:solidFill>
                <a:latin typeface="Gotham HTF Book" pitchFamily="2" charset="0"/>
                <a:cs typeface="Gotham-Book"/>
              </a:rPr>
              <a:t>ou</a:t>
            </a:r>
            <a:r>
              <a:rPr kumimoji="1" lang="en-US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 HTF Book" pitchFamily="2" charset="0"/>
                <a:cs typeface="Gotham-Book"/>
              </a:rPr>
              <a:t>parcial</a:t>
            </a:r>
            <a:r>
              <a:rPr kumimoji="1" lang="en-US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 HTF Book" pitchFamily="2" charset="0"/>
                <a:cs typeface="Gotham-Book"/>
              </a:rPr>
              <a:t>deste</a:t>
            </a:r>
            <a:r>
              <a:rPr kumimoji="1" lang="en-US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 HTF Book" pitchFamily="2" charset="0"/>
                <a:cs typeface="Gotham-Book"/>
              </a:rPr>
              <a:t>documento</a:t>
            </a:r>
            <a:r>
              <a:rPr kumimoji="1" lang="en-US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 é </a:t>
            </a:r>
            <a:r>
              <a:rPr kumimoji="1" lang="en-US" sz="1600" dirty="0" err="1">
                <a:solidFill>
                  <a:schemeClr val="bg1"/>
                </a:solidFill>
                <a:latin typeface="Gotham HTF Book" pitchFamily="2" charset="0"/>
                <a:cs typeface="Gotham-Book"/>
              </a:rPr>
              <a:t>expressamente</a:t>
            </a:r>
            <a:r>
              <a:rPr kumimoji="1" lang="en-US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 HTF Book" pitchFamily="2" charset="0"/>
                <a:cs typeface="Gotham-Book"/>
              </a:rPr>
              <a:t>proíbido</a:t>
            </a:r>
            <a:r>
              <a:rPr kumimoji="1" lang="en-US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 HTF Book" pitchFamily="2" charset="0"/>
                <a:cs typeface="Gotham-Book"/>
              </a:rPr>
              <a:t>sem</a:t>
            </a:r>
            <a:r>
              <a:rPr kumimoji="1" lang="en-US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 o </a:t>
            </a:r>
            <a:r>
              <a:rPr kumimoji="1" lang="pt-BR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consentimento formal, por escrito,</a:t>
            </a:r>
            <a:r>
              <a:rPr kumimoji="1" lang="en-US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 do Professor (</a:t>
            </a:r>
            <a:r>
              <a:rPr kumimoji="1" lang="en-US" sz="1600" dirty="0" err="1">
                <a:solidFill>
                  <a:schemeClr val="bg1"/>
                </a:solidFill>
                <a:latin typeface="Gotham HTF Book" pitchFamily="2" charset="0"/>
                <a:cs typeface="Gotham-Book"/>
              </a:rPr>
              <a:t>autor</a:t>
            </a:r>
            <a:r>
              <a:rPr kumimoji="1" lang="en-US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).</a:t>
            </a:r>
          </a:p>
        </p:txBody>
      </p:sp>
      <p:sp>
        <p:nvSpPr>
          <p:cNvPr id="5" name="Rectangle 4"/>
          <p:cNvSpPr/>
          <p:nvPr/>
        </p:nvSpPr>
        <p:spPr>
          <a:xfrm>
            <a:off x="747966" y="3342641"/>
            <a:ext cx="72000" cy="1239520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37508" y="333716"/>
            <a:ext cx="975616" cy="2670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95947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:mv="urn:schemas-microsoft-com:mac:vml" xmlns="">
      <mp:transition xmlns:mp="http://schemas.microsoft.com/office/mac/powerpoint/2008/main" spd="slow"/>
    </mc:Fallback>
  </mc:AlternateContent>
</p:sld>
</file>

<file path=ppt/theme/theme1.xml><?xml version="1.0" encoding="utf-8"?>
<a:theme xmlns:a="http://schemas.openxmlformats.org/drawingml/2006/main" name="Default Theme">
  <a:themeElements>
    <a:clrScheme name="Opulento">
      <a:dk1>
        <a:sysClr val="windowText" lastClr="000000"/>
      </a:dk1>
      <a:lt1>
        <a:sysClr val="window" lastClr="FFFFFF"/>
      </a:lt1>
      <a:dk2>
        <a:srgbClr val="B13F9A"/>
      </a:dk2>
      <a:lt2>
        <a:srgbClr val="F4E7ED"/>
      </a:lt2>
      <a:accent1>
        <a:srgbClr val="B83D68"/>
      </a:accent1>
      <a:accent2>
        <a:srgbClr val="AC66BB"/>
      </a:accent2>
      <a:accent3>
        <a:srgbClr val="DE6C36"/>
      </a:accent3>
      <a:accent4>
        <a:srgbClr val="F9B639"/>
      </a:accent4>
      <a:accent5>
        <a:srgbClr val="CF6DA4"/>
      </a:accent5>
      <a:accent6>
        <a:srgbClr val="FA8D3D"/>
      </a:accent6>
      <a:hlink>
        <a:srgbClr val="FFDE66"/>
      </a:hlink>
      <a:folHlink>
        <a:srgbClr val="D490C5"/>
      </a:folHlink>
    </a:clrScheme>
    <a:fontScheme name="Escritório Clássico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Personalizar design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2_Personalizar design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Personalizar design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7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Default Theme.thmx</Template>
  <TotalTime>1020</TotalTime>
  <Words>363</Words>
  <Application>Microsoft Office PowerPoint</Application>
  <PresentationFormat>Apresentação na tela (4:3)</PresentationFormat>
  <Paragraphs>77</Paragraphs>
  <Slides>23</Slides>
  <Notes>5</Notes>
  <HiddenSlides>0</HiddenSlides>
  <MMClips>0</MMClips>
  <ScaleCrop>false</ScaleCrop>
  <HeadingPairs>
    <vt:vector size="8" baseType="variant">
      <vt:variant>
        <vt:lpstr>Fontes usadas</vt:lpstr>
      </vt:variant>
      <vt:variant>
        <vt:i4>7</vt:i4>
      </vt:variant>
      <vt:variant>
        <vt:lpstr>Tema</vt:lpstr>
      </vt:variant>
      <vt:variant>
        <vt:i4>5</vt:i4>
      </vt:variant>
      <vt:variant>
        <vt:lpstr>Servidores OLE inseridos</vt:lpstr>
      </vt:variant>
      <vt:variant>
        <vt:i4>1</vt:i4>
      </vt:variant>
      <vt:variant>
        <vt:lpstr>Títulos de slides</vt:lpstr>
      </vt:variant>
      <vt:variant>
        <vt:i4>23</vt:i4>
      </vt:variant>
    </vt:vector>
  </HeadingPairs>
  <TitlesOfParts>
    <vt:vector size="36" baseType="lpstr">
      <vt:lpstr>Arial</vt:lpstr>
      <vt:lpstr>Calibri</vt:lpstr>
      <vt:lpstr>Gotham HTF</vt:lpstr>
      <vt:lpstr>Gotham HTF Book</vt:lpstr>
      <vt:lpstr>Gotham-Bold</vt:lpstr>
      <vt:lpstr>Gotham-Book</vt:lpstr>
      <vt:lpstr>Wingdings</vt:lpstr>
      <vt:lpstr>Default Theme</vt:lpstr>
      <vt:lpstr>1_Personalizar design</vt:lpstr>
      <vt:lpstr>Office Theme</vt:lpstr>
      <vt:lpstr>2_Personalizar design</vt:lpstr>
      <vt:lpstr>Personalizar design</vt:lpstr>
      <vt:lpstr>Equação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FIAP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Juliana Reyes</dc:creator>
  <cp:lastModifiedBy>Nivaldo Zafalon Junior</cp:lastModifiedBy>
  <cp:revision>229</cp:revision>
  <cp:lastPrinted>2016-02-22T01:24:17Z</cp:lastPrinted>
  <dcterms:created xsi:type="dcterms:W3CDTF">2015-02-07T21:24:47Z</dcterms:created>
  <dcterms:modified xsi:type="dcterms:W3CDTF">2025-05-06T12:58:51Z</dcterms:modified>
</cp:coreProperties>
</file>