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3.xml" ContentType="application/vnd.openxmlformats-officedocument.theme+xml"/>
  <Override PartName="/ppt/slideLayouts/slideLayout13.xml" ContentType="application/vnd.openxmlformats-officedocument.presentationml.slideLayout+xml"/>
  <Override PartName="/ppt/theme/theme4.xml" ContentType="application/vnd.openxmlformats-officedocument.theme+xml"/>
  <Override PartName="/ppt/slideLayouts/slideLayout14.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7.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8.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2" r:id="rId2"/>
    <p:sldMasterId id="2147483739" r:id="rId3"/>
    <p:sldMasterId id="2147483751" r:id="rId4"/>
    <p:sldMasterId id="2147483749" r:id="rId5"/>
  </p:sldMasterIdLst>
  <p:notesMasterIdLst>
    <p:notesMasterId r:id="rId34"/>
  </p:notesMasterIdLst>
  <p:handoutMasterIdLst>
    <p:handoutMasterId r:id="rId35"/>
  </p:handoutMasterIdLst>
  <p:sldIdLst>
    <p:sldId id="256" r:id="rId6"/>
    <p:sldId id="266" r:id="rId7"/>
    <p:sldId id="258" r:id="rId8"/>
    <p:sldId id="259" r:id="rId9"/>
    <p:sldId id="262" r:id="rId10"/>
    <p:sldId id="268" r:id="rId11"/>
    <p:sldId id="269" r:id="rId12"/>
    <p:sldId id="300" r:id="rId13"/>
    <p:sldId id="271" r:id="rId14"/>
    <p:sldId id="272" r:id="rId15"/>
    <p:sldId id="308" r:id="rId16"/>
    <p:sldId id="286" r:id="rId17"/>
    <p:sldId id="302" r:id="rId18"/>
    <p:sldId id="287" r:id="rId19"/>
    <p:sldId id="303" r:id="rId20"/>
    <p:sldId id="288" r:id="rId21"/>
    <p:sldId id="289" r:id="rId22"/>
    <p:sldId id="292" r:id="rId23"/>
    <p:sldId id="305" r:id="rId24"/>
    <p:sldId id="294" r:id="rId25"/>
    <p:sldId id="306" r:id="rId26"/>
    <p:sldId id="309" r:id="rId27"/>
    <p:sldId id="310" r:id="rId28"/>
    <p:sldId id="311" r:id="rId29"/>
    <p:sldId id="281" r:id="rId30"/>
    <p:sldId id="285" r:id="rId31"/>
    <p:sldId id="263" r:id="rId32"/>
    <p:sldId id="265" r:id="rId33"/>
  </p:sldIdLst>
  <p:sldSz cx="9144000" cy="6858000" type="screen4x3"/>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265D"/>
    <a:srgbClr val="020000"/>
    <a:srgbClr val="F6F6F6"/>
    <a:srgbClr val="EBAFB5"/>
    <a:srgbClr val="F4D3D6"/>
    <a:srgbClr val="F9E8EA"/>
    <a:srgbClr val="30303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457" autoAdjust="0"/>
    <p:restoredTop sz="94660"/>
  </p:normalViewPr>
  <p:slideViewPr>
    <p:cSldViewPr snapToGrid="0" snapToObjects="1">
      <p:cViewPr varScale="1">
        <p:scale>
          <a:sx n="61" d="100"/>
          <a:sy n="61" d="100"/>
        </p:scale>
        <p:origin x="1676" y="44"/>
      </p:cViewPr>
      <p:guideLst>
        <p:guide orient="horz" pos="2160"/>
        <p:guide pos="2880"/>
      </p:guideLst>
    </p:cSldViewPr>
  </p:slideViewPr>
  <p:notesTextViewPr>
    <p:cViewPr>
      <p:scale>
        <a:sx n="100" d="100"/>
        <a:sy n="100" d="100"/>
      </p:scale>
      <p:origin x="0" y="0"/>
    </p:cViewPr>
  </p:notesTextViewPr>
  <p:notesViewPr>
    <p:cSldViewPr snapToGrid="0" snapToObjects="1">
      <p:cViewPr varScale="1">
        <p:scale>
          <a:sx n="75" d="100"/>
          <a:sy n="75" d="100"/>
        </p:scale>
        <p:origin x="2094" y="5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tableStyles" Target="tableStyles.xml"/><Relationship Id="rId21" Type="http://schemas.openxmlformats.org/officeDocument/2006/relationships/slide" Target="slides/slide16.xml"/><Relationship Id="rId34" Type="http://schemas.openxmlformats.org/officeDocument/2006/relationships/notesMaster" Target="notesMasters/notesMaster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handoutMaster" Target="handoutMasters/handoutMaster1.xml"/><Relationship Id="rId8" Type="http://schemas.openxmlformats.org/officeDocument/2006/relationships/slide" Target="slides/slide3.xml"/><Relationship Id="rId3" Type="http://schemas.openxmlformats.org/officeDocument/2006/relationships/slideMaster" Target="slideMasters/slideMaster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smoothMarker"/>
        <c:varyColors val="0"/>
        <c:ser>
          <c:idx val="0"/>
          <c:order val="0"/>
          <c:tx>
            <c:strRef>
              <c:f>Plan1!$B$1</c:f>
              <c:strCache>
                <c:ptCount val="1"/>
                <c:pt idx="0">
                  <c:v>Posição (m)</c:v>
                </c:pt>
              </c:strCache>
            </c:strRef>
          </c:tx>
          <c:spPr>
            <a:ln w="19050" cap="rnd">
              <a:solidFill>
                <a:schemeClr val="accent1"/>
              </a:solidFill>
              <a:round/>
            </a:ln>
            <a:effectLst/>
          </c:spPr>
          <c:marker>
            <c:symbol val="none"/>
          </c:marker>
          <c:xVal>
            <c:numRef>
              <c:f>Plan1!$A$2:$A$8</c:f>
              <c:numCache>
                <c:formatCode>General</c:formatCode>
                <c:ptCount val="7"/>
                <c:pt idx="0">
                  <c:v>0</c:v>
                </c:pt>
                <c:pt idx="1">
                  <c:v>1</c:v>
                </c:pt>
                <c:pt idx="2">
                  <c:v>3</c:v>
                </c:pt>
                <c:pt idx="3">
                  <c:v>6</c:v>
                </c:pt>
                <c:pt idx="4">
                  <c:v>10</c:v>
                </c:pt>
                <c:pt idx="5">
                  <c:v>12</c:v>
                </c:pt>
                <c:pt idx="6">
                  <c:v>15</c:v>
                </c:pt>
              </c:numCache>
            </c:numRef>
          </c:xVal>
          <c:yVal>
            <c:numRef>
              <c:f>Plan1!$B$2:$B$8</c:f>
              <c:numCache>
                <c:formatCode>General</c:formatCode>
                <c:ptCount val="7"/>
                <c:pt idx="0">
                  <c:v>0</c:v>
                </c:pt>
                <c:pt idx="1">
                  <c:v>2</c:v>
                </c:pt>
                <c:pt idx="2">
                  <c:v>6</c:v>
                </c:pt>
                <c:pt idx="3">
                  <c:v>12</c:v>
                </c:pt>
                <c:pt idx="4">
                  <c:v>20</c:v>
                </c:pt>
                <c:pt idx="5">
                  <c:v>24</c:v>
                </c:pt>
                <c:pt idx="6">
                  <c:v>30</c:v>
                </c:pt>
              </c:numCache>
            </c:numRef>
          </c:yVal>
          <c:smooth val="1"/>
          <c:extLst>
            <c:ext xmlns:c16="http://schemas.microsoft.com/office/drawing/2014/chart" uri="{C3380CC4-5D6E-409C-BE32-E72D297353CC}">
              <c16:uniqueId val="{00000000-50FF-4299-825C-0A5902F96781}"/>
            </c:ext>
          </c:extLst>
        </c:ser>
        <c:dLbls>
          <c:showLegendKey val="0"/>
          <c:showVal val="0"/>
          <c:showCatName val="0"/>
          <c:showSerName val="0"/>
          <c:showPercent val="0"/>
          <c:showBubbleSize val="0"/>
        </c:dLbls>
        <c:axId val="-651054240"/>
        <c:axId val="-651066208"/>
      </c:scatterChart>
      <c:valAx>
        <c:axId val="-651054240"/>
        <c:scaling>
          <c:orientation val="minMax"/>
          <c:max val="15"/>
          <c:min val="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600" b="1" i="0" u="none" strike="noStrike" kern="1200" baseline="0">
                    <a:solidFill>
                      <a:schemeClr val="tx1"/>
                    </a:solidFill>
                    <a:latin typeface="+mn-lt"/>
                    <a:ea typeface="+mn-ea"/>
                    <a:cs typeface="+mn-cs"/>
                  </a:defRPr>
                </a:pPr>
                <a:r>
                  <a:rPr lang="pt-BR" sz="1600" b="1" dirty="0">
                    <a:solidFill>
                      <a:schemeClr val="tx1"/>
                    </a:solidFill>
                  </a:rPr>
                  <a:t>Tempo (s)</a:t>
                </a:r>
              </a:p>
            </c:rich>
          </c:tx>
          <c:overlay val="0"/>
          <c:spPr>
            <a:noFill/>
            <a:ln>
              <a:noFill/>
            </a:ln>
            <a:effectLst/>
          </c:spPr>
          <c:txPr>
            <a:bodyPr rot="0" spcFirstLastPara="1" vertOverflow="ellipsis" vert="horz" wrap="square" anchor="ctr" anchorCtr="1"/>
            <a:lstStyle/>
            <a:p>
              <a:pPr>
                <a:defRPr sz="1600" b="1" i="0" u="none" strike="noStrike" kern="1200" baseline="0">
                  <a:solidFill>
                    <a:schemeClr val="tx1"/>
                  </a:solidFill>
                  <a:latin typeface="+mn-lt"/>
                  <a:ea typeface="+mn-ea"/>
                  <a:cs typeface="+mn-cs"/>
                </a:defRPr>
              </a:pPr>
              <a:endParaRPr lang="en-US"/>
            </a:p>
          </c:txPr>
        </c:title>
        <c:numFmt formatCode="General" sourceLinked="1"/>
        <c:majorTickMark val="none"/>
        <c:minorTickMark val="none"/>
        <c:tickLblPos val="nextTo"/>
        <c:spPr>
          <a:noFill/>
          <a:ln w="25400" cap="flat" cmpd="sng" algn="ctr">
            <a:solidFill>
              <a:srgbClr val="020000"/>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51066208"/>
        <c:crosses val="autoZero"/>
        <c:crossBetween val="midCat"/>
        <c:majorUnit val="1"/>
      </c:valAx>
      <c:valAx>
        <c:axId val="-651066208"/>
        <c:scaling>
          <c:orientation val="minMax"/>
          <c:max val="3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600" b="1" i="0" u="none" strike="noStrike" kern="1200" baseline="0">
                    <a:solidFill>
                      <a:schemeClr val="tx1"/>
                    </a:solidFill>
                    <a:latin typeface="+mn-lt"/>
                    <a:ea typeface="+mn-ea"/>
                    <a:cs typeface="+mn-cs"/>
                  </a:defRPr>
                </a:pPr>
                <a:r>
                  <a:rPr lang="pt-BR" sz="1600" b="1" dirty="0">
                    <a:solidFill>
                      <a:schemeClr val="tx1"/>
                    </a:solidFill>
                  </a:rPr>
                  <a:t>Posição</a:t>
                </a:r>
                <a:r>
                  <a:rPr lang="pt-BR" sz="1600" b="1" baseline="0" dirty="0">
                    <a:solidFill>
                      <a:schemeClr val="tx1"/>
                    </a:solidFill>
                  </a:rPr>
                  <a:t> (m)</a:t>
                </a:r>
                <a:endParaRPr lang="pt-BR" sz="1600" b="1" dirty="0">
                  <a:solidFill>
                    <a:schemeClr val="tx1"/>
                  </a:solidFill>
                </a:endParaRPr>
              </a:p>
            </c:rich>
          </c:tx>
          <c:overlay val="0"/>
          <c:spPr>
            <a:noFill/>
            <a:ln>
              <a:noFill/>
            </a:ln>
            <a:effectLst/>
          </c:spPr>
          <c:txPr>
            <a:bodyPr rot="-5400000" spcFirstLastPara="1" vertOverflow="ellipsis" vert="horz" wrap="square" anchor="ctr" anchorCtr="1"/>
            <a:lstStyle/>
            <a:p>
              <a:pPr>
                <a:defRPr sz="1600" b="1" i="0" u="none" strike="noStrike" kern="1200" baseline="0">
                  <a:solidFill>
                    <a:schemeClr val="tx1"/>
                  </a:solidFill>
                  <a:latin typeface="+mn-lt"/>
                  <a:ea typeface="+mn-ea"/>
                  <a:cs typeface="+mn-cs"/>
                </a:defRPr>
              </a:pPr>
              <a:endParaRPr lang="pt-BR"/>
            </a:p>
          </c:txPr>
        </c:title>
        <c:numFmt formatCode="General" sourceLinked="1"/>
        <c:majorTickMark val="none"/>
        <c:minorTickMark val="none"/>
        <c:tickLblPos val="nextTo"/>
        <c:spPr>
          <a:noFill/>
          <a:ln w="25400" cap="flat" cmpd="sng" algn="ctr">
            <a:solidFill>
              <a:srgbClr val="020000"/>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51054240"/>
        <c:crosses val="autoZero"/>
        <c:crossBetween val="midCat"/>
        <c:majorUnit val="2"/>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smoothMarker"/>
        <c:varyColors val="0"/>
        <c:ser>
          <c:idx val="0"/>
          <c:order val="0"/>
          <c:tx>
            <c:strRef>
              <c:f>Plan1!$B$1</c:f>
              <c:strCache>
                <c:ptCount val="1"/>
                <c:pt idx="0">
                  <c:v>Posição (m)</c:v>
                </c:pt>
              </c:strCache>
            </c:strRef>
          </c:tx>
          <c:spPr>
            <a:ln w="19050" cap="rnd">
              <a:solidFill>
                <a:schemeClr val="accent1"/>
              </a:solidFill>
              <a:round/>
            </a:ln>
            <a:effectLst/>
          </c:spPr>
          <c:marker>
            <c:symbol val="none"/>
          </c:marker>
          <c:xVal>
            <c:numRef>
              <c:f>Plan1!$A$2:$A$8</c:f>
              <c:numCache>
                <c:formatCode>General</c:formatCode>
                <c:ptCount val="7"/>
                <c:pt idx="0">
                  <c:v>0</c:v>
                </c:pt>
                <c:pt idx="1">
                  <c:v>1</c:v>
                </c:pt>
                <c:pt idx="2">
                  <c:v>2</c:v>
                </c:pt>
                <c:pt idx="3">
                  <c:v>4</c:v>
                </c:pt>
                <c:pt idx="4">
                  <c:v>6</c:v>
                </c:pt>
                <c:pt idx="5">
                  <c:v>10</c:v>
                </c:pt>
                <c:pt idx="6">
                  <c:v>14</c:v>
                </c:pt>
              </c:numCache>
            </c:numRef>
          </c:xVal>
          <c:yVal>
            <c:numRef>
              <c:f>Plan1!$B$2:$B$8</c:f>
              <c:numCache>
                <c:formatCode>General</c:formatCode>
                <c:ptCount val="7"/>
                <c:pt idx="0">
                  <c:v>2</c:v>
                </c:pt>
                <c:pt idx="1">
                  <c:v>5</c:v>
                </c:pt>
                <c:pt idx="2">
                  <c:v>8</c:v>
                </c:pt>
                <c:pt idx="3">
                  <c:v>14</c:v>
                </c:pt>
                <c:pt idx="4">
                  <c:v>20</c:v>
                </c:pt>
                <c:pt idx="5">
                  <c:v>32</c:v>
                </c:pt>
                <c:pt idx="6">
                  <c:v>44</c:v>
                </c:pt>
              </c:numCache>
            </c:numRef>
          </c:yVal>
          <c:smooth val="1"/>
          <c:extLst>
            <c:ext xmlns:c16="http://schemas.microsoft.com/office/drawing/2014/chart" uri="{C3380CC4-5D6E-409C-BE32-E72D297353CC}">
              <c16:uniqueId val="{00000000-5E4D-4005-AB45-5CBDB7B2999A}"/>
            </c:ext>
          </c:extLst>
        </c:ser>
        <c:dLbls>
          <c:showLegendKey val="0"/>
          <c:showVal val="0"/>
          <c:showCatName val="0"/>
          <c:showSerName val="0"/>
          <c:showPercent val="0"/>
          <c:showBubbleSize val="0"/>
        </c:dLbls>
        <c:axId val="-651058048"/>
        <c:axId val="-651060768"/>
      </c:scatterChart>
      <c:valAx>
        <c:axId val="-651058048"/>
        <c:scaling>
          <c:orientation val="minMax"/>
          <c:max val="14"/>
          <c:min val="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600" b="1" i="0" u="none" strike="noStrike" kern="1200" baseline="0">
                    <a:solidFill>
                      <a:schemeClr val="tx1"/>
                    </a:solidFill>
                    <a:latin typeface="+mn-lt"/>
                    <a:ea typeface="+mn-ea"/>
                    <a:cs typeface="+mn-cs"/>
                  </a:defRPr>
                </a:pPr>
                <a:r>
                  <a:rPr lang="pt-BR" sz="1600" b="1" dirty="0">
                    <a:solidFill>
                      <a:schemeClr val="tx1"/>
                    </a:solidFill>
                  </a:rPr>
                  <a:t>Tempo (s)</a:t>
                </a:r>
              </a:p>
            </c:rich>
          </c:tx>
          <c:overlay val="0"/>
          <c:spPr>
            <a:noFill/>
            <a:ln>
              <a:noFill/>
            </a:ln>
            <a:effectLst/>
          </c:spPr>
          <c:txPr>
            <a:bodyPr rot="0" spcFirstLastPara="1" vertOverflow="ellipsis" vert="horz" wrap="square" anchor="ctr" anchorCtr="1"/>
            <a:lstStyle/>
            <a:p>
              <a:pPr>
                <a:defRPr sz="1600" b="1" i="0" u="none" strike="noStrike" kern="1200" baseline="0">
                  <a:solidFill>
                    <a:schemeClr val="tx1"/>
                  </a:solidFill>
                  <a:latin typeface="+mn-lt"/>
                  <a:ea typeface="+mn-ea"/>
                  <a:cs typeface="+mn-cs"/>
                </a:defRPr>
              </a:pPr>
              <a:endParaRPr lang="en-US"/>
            </a:p>
          </c:txPr>
        </c:title>
        <c:numFmt formatCode="General" sourceLinked="1"/>
        <c:majorTickMark val="none"/>
        <c:minorTickMark val="none"/>
        <c:tickLblPos val="nextTo"/>
        <c:spPr>
          <a:noFill/>
          <a:ln w="25400" cap="flat" cmpd="sng" algn="ctr">
            <a:solidFill>
              <a:srgbClr val="020000"/>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51060768"/>
        <c:crosses val="autoZero"/>
        <c:crossBetween val="midCat"/>
        <c:majorUnit val="2"/>
      </c:valAx>
      <c:valAx>
        <c:axId val="-651060768"/>
        <c:scaling>
          <c:orientation val="minMax"/>
          <c:max val="44"/>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600" b="1" i="0" u="none" strike="noStrike" kern="1200" baseline="0">
                    <a:solidFill>
                      <a:schemeClr val="tx1"/>
                    </a:solidFill>
                    <a:latin typeface="+mn-lt"/>
                    <a:ea typeface="+mn-ea"/>
                    <a:cs typeface="+mn-cs"/>
                  </a:defRPr>
                </a:pPr>
                <a:r>
                  <a:rPr lang="pt-BR" sz="1600" b="1" dirty="0">
                    <a:solidFill>
                      <a:schemeClr val="tx1"/>
                    </a:solidFill>
                  </a:rPr>
                  <a:t>Posição</a:t>
                </a:r>
                <a:r>
                  <a:rPr lang="pt-BR" sz="1600" b="1" baseline="0" dirty="0">
                    <a:solidFill>
                      <a:schemeClr val="tx1"/>
                    </a:solidFill>
                  </a:rPr>
                  <a:t> (m)</a:t>
                </a:r>
                <a:endParaRPr lang="pt-BR" sz="1600" b="1" dirty="0">
                  <a:solidFill>
                    <a:schemeClr val="tx1"/>
                  </a:solidFill>
                </a:endParaRPr>
              </a:p>
            </c:rich>
          </c:tx>
          <c:overlay val="0"/>
          <c:spPr>
            <a:noFill/>
            <a:ln>
              <a:noFill/>
            </a:ln>
            <a:effectLst/>
          </c:spPr>
          <c:txPr>
            <a:bodyPr rot="-5400000" spcFirstLastPara="1" vertOverflow="ellipsis" vert="horz" wrap="square" anchor="ctr" anchorCtr="1"/>
            <a:lstStyle/>
            <a:p>
              <a:pPr>
                <a:defRPr sz="1600" b="1" i="0" u="none" strike="noStrike" kern="1200" baseline="0">
                  <a:solidFill>
                    <a:schemeClr val="tx1"/>
                  </a:solidFill>
                  <a:latin typeface="+mn-lt"/>
                  <a:ea typeface="+mn-ea"/>
                  <a:cs typeface="+mn-cs"/>
                </a:defRPr>
              </a:pPr>
              <a:endParaRPr lang="pt-BR"/>
            </a:p>
          </c:txPr>
        </c:title>
        <c:numFmt formatCode="General" sourceLinked="1"/>
        <c:majorTickMark val="none"/>
        <c:minorTickMark val="none"/>
        <c:tickLblPos val="nextTo"/>
        <c:spPr>
          <a:noFill/>
          <a:ln w="25400" cap="flat" cmpd="sng" algn="ctr">
            <a:solidFill>
              <a:srgbClr val="020000"/>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51058048"/>
        <c:crosses val="autoZero"/>
        <c:crossBetween val="midCat"/>
        <c:majorUnit val="4"/>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smoothMarker"/>
        <c:varyColors val="0"/>
        <c:ser>
          <c:idx val="0"/>
          <c:order val="0"/>
          <c:tx>
            <c:strRef>
              <c:f>Plan1!$B$1</c:f>
              <c:strCache>
                <c:ptCount val="1"/>
                <c:pt idx="0">
                  <c:v>Posição (m)</c:v>
                </c:pt>
              </c:strCache>
            </c:strRef>
          </c:tx>
          <c:spPr>
            <a:ln w="19050" cap="rnd">
              <a:solidFill>
                <a:schemeClr val="accent1"/>
              </a:solidFill>
              <a:round/>
            </a:ln>
            <a:effectLst/>
          </c:spPr>
          <c:marker>
            <c:symbol val="none"/>
          </c:marker>
          <c:xVal>
            <c:numRef>
              <c:f>Plan1!$A$2:$A$8</c:f>
              <c:numCache>
                <c:formatCode>General</c:formatCode>
                <c:ptCount val="7"/>
                <c:pt idx="0">
                  <c:v>0</c:v>
                </c:pt>
                <c:pt idx="1">
                  <c:v>1</c:v>
                </c:pt>
                <c:pt idx="2">
                  <c:v>2</c:v>
                </c:pt>
                <c:pt idx="3">
                  <c:v>4</c:v>
                </c:pt>
                <c:pt idx="4">
                  <c:v>6</c:v>
                </c:pt>
                <c:pt idx="5">
                  <c:v>10</c:v>
                </c:pt>
                <c:pt idx="6">
                  <c:v>14</c:v>
                </c:pt>
              </c:numCache>
            </c:numRef>
          </c:xVal>
          <c:yVal>
            <c:numRef>
              <c:f>Plan1!$B$2:$B$8</c:f>
              <c:numCache>
                <c:formatCode>General</c:formatCode>
                <c:ptCount val="7"/>
                <c:pt idx="0">
                  <c:v>2</c:v>
                </c:pt>
                <c:pt idx="1">
                  <c:v>5</c:v>
                </c:pt>
                <c:pt idx="2">
                  <c:v>8</c:v>
                </c:pt>
                <c:pt idx="3">
                  <c:v>14</c:v>
                </c:pt>
                <c:pt idx="4">
                  <c:v>20</c:v>
                </c:pt>
                <c:pt idx="5">
                  <c:v>32</c:v>
                </c:pt>
                <c:pt idx="6">
                  <c:v>44</c:v>
                </c:pt>
              </c:numCache>
            </c:numRef>
          </c:yVal>
          <c:smooth val="1"/>
          <c:extLst>
            <c:ext xmlns:c16="http://schemas.microsoft.com/office/drawing/2014/chart" uri="{C3380CC4-5D6E-409C-BE32-E72D297353CC}">
              <c16:uniqueId val="{00000000-8DAD-4A74-B62C-6E83B8B42B13}"/>
            </c:ext>
          </c:extLst>
        </c:ser>
        <c:dLbls>
          <c:showLegendKey val="0"/>
          <c:showVal val="0"/>
          <c:showCatName val="0"/>
          <c:showSerName val="0"/>
          <c:showPercent val="0"/>
          <c:showBubbleSize val="0"/>
        </c:dLbls>
        <c:axId val="-651065664"/>
        <c:axId val="-651062400"/>
      </c:scatterChart>
      <c:valAx>
        <c:axId val="-651065664"/>
        <c:scaling>
          <c:orientation val="minMax"/>
          <c:max val="14"/>
          <c:min val="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600" b="1" i="0" u="none" strike="noStrike" kern="1200" baseline="0">
                    <a:solidFill>
                      <a:schemeClr val="tx1"/>
                    </a:solidFill>
                    <a:latin typeface="+mn-lt"/>
                    <a:ea typeface="+mn-ea"/>
                    <a:cs typeface="+mn-cs"/>
                  </a:defRPr>
                </a:pPr>
                <a:r>
                  <a:rPr lang="pt-BR" sz="1600" b="1" dirty="0">
                    <a:solidFill>
                      <a:schemeClr val="tx1"/>
                    </a:solidFill>
                  </a:rPr>
                  <a:t>Tempo (s)</a:t>
                </a:r>
              </a:p>
            </c:rich>
          </c:tx>
          <c:overlay val="0"/>
          <c:spPr>
            <a:noFill/>
            <a:ln>
              <a:noFill/>
            </a:ln>
            <a:effectLst/>
          </c:spPr>
          <c:txPr>
            <a:bodyPr rot="0" spcFirstLastPara="1" vertOverflow="ellipsis" vert="horz" wrap="square" anchor="ctr" anchorCtr="1"/>
            <a:lstStyle/>
            <a:p>
              <a:pPr>
                <a:defRPr sz="1600" b="1" i="0" u="none" strike="noStrike" kern="1200" baseline="0">
                  <a:solidFill>
                    <a:schemeClr val="tx1"/>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51062400"/>
        <c:crosses val="autoZero"/>
        <c:crossBetween val="midCat"/>
        <c:majorUnit val="2"/>
      </c:valAx>
      <c:valAx>
        <c:axId val="-651062400"/>
        <c:scaling>
          <c:orientation val="minMax"/>
          <c:max val="44"/>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600" b="1" i="0" u="none" strike="noStrike" kern="1200" baseline="0">
                    <a:solidFill>
                      <a:schemeClr val="tx1"/>
                    </a:solidFill>
                    <a:latin typeface="+mn-lt"/>
                    <a:ea typeface="+mn-ea"/>
                    <a:cs typeface="+mn-cs"/>
                  </a:defRPr>
                </a:pPr>
                <a:r>
                  <a:rPr lang="pt-BR" sz="1600" b="1" dirty="0">
                    <a:solidFill>
                      <a:schemeClr val="tx1"/>
                    </a:solidFill>
                  </a:rPr>
                  <a:t>Posição</a:t>
                </a:r>
                <a:r>
                  <a:rPr lang="pt-BR" sz="1600" b="1" baseline="0" dirty="0">
                    <a:solidFill>
                      <a:schemeClr val="tx1"/>
                    </a:solidFill>
                  </a:rPr>
                  <a:t> (m)</a:t>
                </a:r>
                <a:endParaRPr lang="pt-BR" sz="1600" b="1" dirty="0">
                  <a:solidFill>
                    <a:schemeClr val="tx1"/>
                  </a:solidFill>
                </a:endParaRPr>
              </a:p>
            </c:rich>
          </c:tx>
          <c:overlay val="0"/>
          <c:spPr>
            <a:noFill/>
            <a:ln>
              <a:noFill/>
            </a:ln>
            <a:effectLst/>
          </c:spPr>
          <c:txPr>
            <a:bodyPr rot="-5400000" spcFirstLastPara="1" vertOverflow="ellipsis" vert="horz" wrap="square" anchor="ctr" anchorCtr="1"/>
            <a:lstStyle/>
            <a:p>
              <a:pPr>
                <a:defRPr sz="1600" b="1" i="0" u="none" strike="noStrike" kern="1200" baseline="0">
                  <a:solidFill>
                    <a:schemeClr val="tx1"/>
                  </a:solidFill>
                  <a:latin typeface="+mn-lt"/>
                  <a:ea typeface="+mn-ea"/>
                  <a:cs typeface="+mn-cs"/>
                </a:defRPr>
              </a:pPr>
              <a:endParaRPr lang="pt-BR"/>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51065664"/>
        <c:crosses val="autoZero"/>
        <c:crossBetween val="midCat"/>
        <c:majorUnit val="4"/>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smoothMarker"/>
        <c:varyColors val="0"/>
        <c:ser>
          <c:idx val="0"/>
          <c:order val="0"/>
          <c:tx>
            <c:strRef>
              <c:f>Plan1!$B$1</c:f>
              <c:strCache>
                <c:ptCount val="1"/>
                <c:pt idx="0">
                  <c:v>Posição (m)</c:v>
                </c:pt>
              </c:strCache>
            </c:strRef>
          </c:tx>
          <c:spPr>
            <a:ln w="19050" cap="rnd">
              <a:solidFill>
                <a:schemeClr val="accent1"/>
              </a:solidFill>
              <a:round/>
            </a:ln>
            <a:effectLst/>
          </c:spPr>
          <c:marker>
            <c:symbol val="none"/>
          </c:marker>
          <c:xVal>
            <c:numRef>
              <c:f>Plan1!$A$2:$A$8</c:f>
              <c:numCache>
                <c:formatCode>General</c:formatCode>
                <c:ptCount val="7"/>
                <c:pt idx="0">
                  <c:v>0</c:v>
                </c:pt>
                <c:pt idx="1">
                  <c:v>1</c:v>
                </c:pt>
                <c:pt idx="2">
                  <c:v>2</c:v>
                </c:pt>
                <c:pt idx="3">
                  <c:v>4</c:v>
                </c:pt>
                <c:pt idx="4">
                  <c:v>6</c:v>
                </c:pt>
                <c:pt idx="5">
                  <c:v>10</c:v>
                </c:pt>
              </c:numCache>
            </c:numRef>
          </c:xVal>
          <c:yVal>
            <c:numRef>
              <c:f>Plan1!$B$2:$B$8</c:f>
              <c:numCache>
                <c:formatCode>General</c:formatCode>
                <c:ptCount val="7"/>
                <c:pt idx="0">
                  <c:v>0</c:v>
                </c:pt>
                <c:pt idx="1">
                  <c:v>3</c:v>
                </c:pt>
                <c:pt idx="2">
                  <c:v>6</c:v>
                </c:pt>
                <c:pt idx="3">
                  <c:v>12</c:v>
                </c:pt>
                <c:pt idx="4">
                  <c:v>18</c:v>
                </c:pt>
                <c:pt idx="5">
                  <c:v>30</c:v>
                </c:pt>
              </c:numCache>
            </c:numRef>
          </c:yVal>
          <c:smooth val="1"/>
          <c:extLst>
            <c:ext xmlns:c16="http://schemas.microsoft.com/office/drawing/2014/chart" uri="{C3380CC4-5D6E-409C-BE32-E72D297353CC}">
              <c16:uniqueId val="{00000000-4477-454A-95ED-B518C1B115CC}"/>
            </c:ext>
          </c:extLst>
        </c:ser>
        <c:dLbls>
          <c:showLegendKey val="0"/>
          <c:showVal val="0"/>
          <c:showCatName val="0"/>
          <c:showSerName val="0"/>
          <c:showPercent val="0"/>
          <c:showBubbleSize val="0"/>
        </c:dLbls>
        <c:axId val="-651061312"/>
        <c:axId val="-651065120"/>
      </c:scatterChart>
      <c:valAx>
        <c:axId val="-651061312"/>
        <c:scaling>
          <c:orientation val="minMax"/>
          <c:max val="10"/>
          <c:min val="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600" b="1" i="0" u="none" strike="noStrike" kern="1200" baseline="0">
                    <a:solidFill>
                      <a:schemeClr val="tx1"/>
                    </a:solidFill>
                    <a:latin typeface="+mn-lt"/>
                    <a:ea typeface="+mn-ea"/>
                    <a:cs typeface="+mn-cs"/>
                  </a:defRPr>
                </a:pPr>
                <a:r>
                  <a:rPr lang="pt-BR" sz="1600" b="1" dirty="0">
                    <a:solidFill>
                      <a:schemeClr val="tx1"/>
                    </a:solidFill>
                  </a:rPr>
                  <a:t>Tempo (s)</a:t>
                </a:r>
              </a:p>
            </c:rich>
          </c:tx>
          <c:overlay val="0"/>
          <c:spPr>
            <a:noFill/>
            <a:ln>
              <a:noFill/>
            </a:ln>
            <a:effectLst/>
          </c:spPr>
          <c:txPr>
            <a:bodyPr rot="0" spcFirstLastPara="1" vertOverflow="ellipsis" vert="horz" wrap="square" anchor="ctr" anchorCtr="1"/>
            <a:lstStyle/>
            <a:p>
              <a:pPr>
                <a:defRPr sz="1600" b="1" i="0" u="none" strike="noStrike" kern="1200" baseline="0">
                  <a:solidFill>
                    <a:schemeClr val="tx1"/>
                  </a:solidFill>
                  <a:latin typeface="+mn-lt"/>
                  <a:ea typeface="+mn-ea"/>
                  <a:cs typeface="+mn-cs"/>
                </a:defRPr>
              </a:pPr>
              <a:endParaRPr lang="en-US"/>
            </a:p>
          </c:txPr>
        </c:title>
        <c:numFmt formatCode="General" sourceLinked="1"/>
        <c:majorTickMark val="none"/>
        <c:minorTickMark val="none"/>
        <c:tickLblPos val="nextTo"/>
        <c:spPr>
          <a:noFill/>
          <a:ln w="25400" cap="flat" cmpd="sng" algn="ctr">
            <a:solidFill>
              <a:srgbClr val="020000"/>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51065120"/>
        <c:crosses val="autoZero"/>
        <c:crossBetween val="midCat"/>
        <c:majorUnit val="2"/>
      </c:valAx>
      <c:valAx>
        <c:axId val="-651065120"/>
        <c:scaling>
          <c:orientation val="minMax"/>
          <c:max val="30"/>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600" b="1" i="0" u="none" strike="noStrike" kern="1200" baseline="0">
                    <a:solidFill>
                      <a:schemeClr val="tx1"/>
                    </a:solidFill>
                    <a:latin typeface="+mn-lt"/>
                    <a:ea typeface="+mn-ea"/>
                    <a:cs typeface="+mn-cs"/>
                  </a:defRPr>
                </a:pPr>
                <a:r>
                  <a:rPr lang="pt-BR" sz="1600" b="1" dirty="0">
                    <a:solidFill>
                      <a:schemeClr val="tx1"/>
                    </a:solidFill>
                  </a:rPr>
                  <a:t>Posição</a:t>
                </a:r>
                <a:r>
                  <a:rPr lang="pt-BR" sz="1600" b="1" baseline="0" dirty="0">
                    <a:solidFill>
                      <a:schemeClr val="tx1"/>
                    </a:solidFill>
                  </a:rPr>
                  <a:t> (m)</a:t>
                </a:r>
                <a:endParaRPr lang="pt-BR" sz="1600" b="1" dirty="0">
                  <a:solidFill>
                    <a:schemeClr val="tx1"/>
                  </a:solidFill>
                </a:endParaRPr>
              </a:p>
            </c:rich>
          </c:tx>
          <c:overlay val="0"/>
          <c:spPr>
            <a:noFill/>
            <a:ln>
              <a:noFill/>
            </a:ln>
            <a:effectLst/>
          </c:spPr>
          <c:txPr>
            <a:bodyPr rot="-5400000" spcFirstLastPara="1" vertOverflow="ellipsis" vert="horz" wrap="square" anchor="ctr" anchorCtr="1"/>
            <a:lstStyle/>
            <a:p>
              <a:pPr>
                <a:defRPr sz="1600" b="1" i="0" u="none" strike="noStrike" kern="1200" baseline="0">
                  <a:solidFill>
                    <a:schemeClr val="tx1"/>
                  </a:solidFill>
                  <a:latin typeface="+mn-lt"/>
                  <a:ea typeface="+mn-ea"/>
                  <a:cs typeface="+mn-cs"/>
                </a:defRPr>
              </a:pPr>
              <a:endParaRPr lang="pt-BR"/>
            </a:p>
          </c:txPr>
        </c:title>
        <c:numFmt formatCode="General" sourceLinked="1"/>
        <c:majorTickMark val="none"/>
        <c:minorTickMark val="none"/>
        <c:tickLblPos val="nextTo"/>
        <c:spPr>
          <a:noFill/>
          <a:ln w="25400" cap="flat" cmpd="sng" algn="ctr">
            <a:solidFill>
              <a:srgbClr val="020000"/>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51061312"/>
        <c:crosses val="autoZero"/>
        <c:crossBetween val="midCat"/>
        <c:majorUnit val="2"/>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smoothMarker"/>
        <c:varyColors val="0"/>
        <c:ser>
          <c:idx val="0"/>
          <c:order val="0"/>
          <c:tx>
            <c:strRef>
              <c:f>Plan1!$B$1</c:f>
              <c:strCache>
                <c:ptCount val="1"/>
                <c:pt idx="0">
                  <c:v>Posição (m)</c:v>
                </c:pt>
              </c:strCache>
            </c:strRef>
          </c:tx>
          <c:spPr>
            <a:ln w="19050" cap="rnd">
              <a:solidFill>
                <a:schemeClr val="accent1"/>
              </a:solidFill>
              <a:round/>
            </a:ln>
            <a:effectLst/>
          </c:spPr>
          <c:marker>
            <c:symbol val="none"/>
          </c:marker>
          <c:xVal>
            <c:numRef>
              <c:f>Plan1!$A$2:$A$8</c:f>
              <c:numCache>
                <c:formatCode>General</c:formatCode>
                <c:ptCount val="7"/>
                <c:pt idx="0">
                  <c:v>0</c:v>
                </c:pt>
                <c:pt idx="1">
                  <c:v>1</c:v>
                </c:pt>
                <c:pt idx="2">
                  <c:v>2</c:v>
                </c:pt>
                <c:pt idx="3">
                  <c:v>4</c:v>
                </c:pt>
                <c:pt idx="4">
                  <c:v>6</c:v>
                </c:pt>
                <c:pt idx="5">
                  <c:v>10</c:v>
                </c:pt>
              </c:numCache>
            </c:numRef>
          </c:xVal>
          <c:yVal>
            <c:numRef>
              <c:f>Plan1!$B$2:$B$8</c:f>
              <c:numCache>
                <c:formatCode>General</c:formatCode>
                <c:ptCount val="7"/>
                <c:pt idx="0">
                  <c:v>0</c:v>
                </c:pt>
                <c:pt idx="1">
                  <c:v>3</c:v>
                </c:pt>
                <c:pt idx="2">
                  <c:v>6</c:v>
                </c:pt>
                <c:pt idx="3">
                  <c:v>12</c:v>
                </c:pt>
                <c:pt idx="4">
                  <c:v>18</c:v>
                </c:pt>
                <c:pt idx="5">
                  <c:v>30</c:v>
                </c:pt>
              </c:numCache>
            </c:numRef>
          </c:yVal>
          <c:smooth val="1"/>
          <c:extLst>
            <c:ext xmlns:c16="http://schemas.microsoft.com/office/drawing/2014/chart" uri="{C3380CC4-5D6E-409C-BE32-E72D297353CC}">
              <c16:uniqueId val="{00000000-4477-454A-95ED-B518C1B115CC}"/>
            </c:ext>
          </c:extLst>
        </c:ser>
        <c:dLbls>
          <c:showLegendKey val="0"/>
          <c:showVal val="0"/>
          <c:showCatName val="0"/>
          <c:showSerName val="0"/>
          <c:showPercent val="0"/>
          <c:showBubbleSize val="0"/>
        </c:dLbls>
        <c:axId val="-651061312"/>
        <c:axId val="-651065120"/>
      </c:scatterChart>
      <c:valAx>
        <c:axId val="-651061312"/>
        <c:scaling>
          <c:orientation val="minMax"/>
          <c:max val="10"/>
          <c:min val="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600" b="1" i="0" u="none" strike="noStrike" kern="1200" baseline="0">
                    <a:solidFill>
                      <a:schemeClr val="tx1"/>
                    </a:solidFill>
                    <a:latin typeface="+mn-lt"/>
                    <a:ea typeface="+mn-ea"/>
                    <a:cs typeface="+mn-cs"/>
                  </a:defRPr>
                </a:pPr>
                <a:r>
                  <a:rPr lang="pt-BR" sz="1600" b="1" dirty="0">
                    <a:solidFill>
                      <a:schemeClr val="tx1"/>
                    </a:solidFill>
                  </a:rPr>
                  <a:t>Tempo (s)</a:t>
                </a:r>
              </a:p>
            </c:rich>
          </c:tx>
          <c:overlay val="0"/>
          <c:spPr>
            <a:noFill/>
            <a:ln>
              <a:noFill/>
            </a:ln>
            <a:effectLst/>
          </c:spPr>
          <c:txPr>
            <a:bodyPr rot="0" spcFirstLastPara="1" vertOverflow="ellipsis" vert="horz" wrap="square" anchor="ctr" anchorCtr="1"/>
            <a:lstStyle/>
            <a:p>
              <a:pPr>
                <a:defRPr sz="1600" b="1" i="0" u="none" strike="noStrike" kern="1200" baseline="0">
                  <a:solidFill>
                    <a:schemeClr val="tx1"/>
                  </a:solidFill>
                  <a:latin typeface="+mn-lt"/>
                  <a:ea typeface="+mn-ea"/>
                  <a:cs typeface="+mn-cs"/>
                </a:defRPr>
              </a:pPr>
              <a:endParaRPr lang="en-US"/>
            </a:p>
          </c:txPr>
        </c:title>
        <c:numFmt formatCode="General" sourceLinked="1"/>
        <c:majorTickMark val="none"/>
        <c:minorTickMark val="none"/>
        <c:tickLblPos val="nextTo"/>
        <c:spPr>
          <a:noFill/>
          <a:ln w="25400" cap="flat" cmpd="sng" algn="ctr">
            <a:solidFill>
              <a:srgbClr val="020000"/>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51065120"/>
        <c:crosses val="autoZero"/>
        <c:crossBetween val="midCat"/>
        <c:majorUnit val="2"/>
      </c:valAx>
      <c:valAx>
        <c:axId val="-651065120"/>
        <c:scaling>
          <c:orientation val="minMax"/>
          <c:max val="30"/>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600" b="1" i="0" u="none" strike="noStrike" kern="1200" baseline="0">
                    <a:solidFill>
                      <a:schemeClr val="tx1"/>
                    </a:solidFill>
                    <a:latin typeface="+mn-lt"/>
                    <a:ea typeface="+mn-ea"/>
                    <a:cs typeface="+mn-cs"/>
                  </a:defRPr>
                </a:pPr>
                <a:r>
                  <a:rPr lang="pt-BR" sz="1600" b="1" dirty="0">
                    <a:solidFill>
                      <a:schemeClr val="tx1"/>
                    </a:solidFill>
                  </a:rPr>
                  <a:t>Posição</a:t>
                </a:r>
                <a:r>
                  <a:rPr lang="pt-BR" sz="1600" b="1" baseline="0" dirty="0">
                    <a:solidFill>
                      <a:schemeClr val="tx1"/>
                    </a:solidFill>
                  </a:rPr>
                  <a:t> (m)</a:t>
                </a:r>
                <a:endParaRPr lang="pt-BR" sz="1600" b="1" dirty="0">
                  <a:solidFill>
                    <a:schemeClr val="tx1"/>
                  </a:solidFill>
                </a:endParaRPr>
              </a:p>
            </c:rich>
          </c:tx>
          <c:overlay val="0"/>
          <c:spPr>
            <a:noFill/>
            <a:ln>
              <a:noFill/>
            </a:ln>
            <a:effectLst/>
          </c:spPr>
          <c:txPr>
            <a:bodyPr rot="-5400000" spcFirstLastPara="1" vertOverflow="ellipsis" vert="horz" wrap="square" anchor="ctr" anchorCtr="1"/>
            <a:lstStyle/>
            <a:p>
              <a:pPr>
                <a:defRPr sz="1600" b="1" i="0" u="none" strike="noStrike" kern="1200" baseline="0">
                  <a:solidFill>
                    <a:schemeClr val="tx1"/>
                  </a:solidFill>
                  <a:latin typeface="+mn-lt"/>
                  <a:ea typeface="+mn-ea"/>
                  <a:cs typeface="+mn-cs"/>
                </a:defRPr>
              </a:pPr>
              <a:endParaRPr lang="pt-BR"/>
            </a:p>
          </c:txPr>
        </c:title>
        <c:numFmt formatCode="General" sourceLinked="1"/>
        <c:majorTickMark val="none"/>
        <c:minorTickMark val="none"/>
        <c:tickLblPos val="nextTo"/>
        <c:spPr>
          <a:noFill/>
          <a:ln w="25400" cap="flat" cmpd="sng" algn="ctr">
            <a:solidFill>
              <a:srgbClr val="020000"/>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51061312"/>
        <c:crosses val="autoZero"/>
        <c:crossBetween val="midCat"/>
        <c:majorUnit val="2"/>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4952222975650258E-2"/>
          <c:y val="5.2592056507642426E-2"/>
          <c:w val="0.86530966375133878"/>
          <c:h val="0.83148882584529871"/>
        </c:manualLayout>
      </c:layout>
      <c:scatterChart>
        <c:scatterStyle val="smoothMarker"/>
        <c:varyColors val="0"/>
        <c:ser>
          <c:idx val="0"/>
          <c:order val="0"/>
          <c:tx>
            <c:strRef>
              <c:f>Plan1!$B$1</c:f>
              <c:strCache>
                <c:ptCount val="1"/>
                <c:pt idx="0">
                  <c:v>Posição (m)</c:v>
                </c:pt>
              </c:strCache>
            </c:strRef>
          </c:tx>
          <c:spPr>
            <a:ln w="19050" cap="rnd">
              <a:solidFill>
                <a:schemeClr val="accent1"/>
              </a:solidFill>
              <a:round/>
            </a:ln>
            <a:effectLst/>
          </c:spPr>
          <c:marker>
            <c:symbol val="none"/>
          </c:marker>
          <c:xVal>
            <c:numRef>
              <c:f>Plan1!$A$2:$A$8</c:f>
              <c:numCache>
                <c:formatCode>General</c:formatCode>
                <c:ptCount val="7"/>
                <c:pt idx="0">
                  <c:v>-4</c:v>
                </c:pt>
                <c:pt idx="1">
                  <c:v>-2</c:v>
                </c:pt>
                <c:pt idx="2">
                  <c:v>0</c:v>
                </c:pt>
                <c:pt idx="3">
                  <c:v>2</c:v>
                </c:pt>
                <c:pt idx="4">
                  <c:v>4</c:v>
                </c:pt>
                <c:pt idx="5">
                  <c:v>6</c:v>
                </c:pt>
                <c:pt idx="6">
                  <c:v>8</c:v>
                </c:pt>
              </c:numCache>
            </c:numRef>
          </c:xVal>
          <c:yVal>
            <c:numRef>
              <c:f>Plan1!$B$2:$B$8</c:f>
              <c:numCache>
                <c:formatCode>General</c:formatCode>
                <c:ptCount val="7"/>
                <c:pt idx="0">
                  <c:v>10</c:v>
                </c:pt>
                <c:pt idx="1">
                  <c:v>6</c:v>
                </c:pt>
                <c:pt idx="2">
                  <c:v>2</c:v>
                </c:pt>
                <c:pt idx="3">
                  <c:v>-2</c:v>
                </c:pt>
                <c:pt idx="4">
                  <c:v>-6</c:v>
                </c:pt>
                <c:pt idx="5">
                  <c:v>-10</c:v>
                </c:pt>
                <c:pt idx="6">
                  <c:v>-14</c:v>
                </c:pt>
              </c:numCache>
            </c:numRef>
          </c:yVal>
          <c:smooth val="1"/>
          <c:extLst>
            <c:ext xmlns:c16="http://schemas.microsoft.com/office/drawing/2014/chart" uri="{C3380CC4-5D6E-409C-BE32-E72D297353CC}">
              <c16:uniqueId val="{00000000-81E6-4C0C-9E9D-DD5316014C59}"/>
            </c:ext>
          </c:extLst>
        </c:ser>
        <c:dLbls>
          <c:showLegendKey val="0"/>
          <c:showVal val="0"/>
          <c:showCatName val="0"/>
          <c:showSerName val="0"/>
          <c:showPercent val="0"/>
          <c:showBubbleSize val="0"/>
        </c:dLbls>
        <c:axId val="-651064576"/>
        <c:axId val="-651063488"/>
      </c:scatterChart>
      <c:valAx>
        <c:axId val="-651064576"/>
        <c:scaling>
          <c:orientation val="minMax"/>
          <c:max val="6"/>
          <c:min val="-4"/>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600" b="1" i="0" u="none" strike="noStrike" kern="1200" baseline="0">
                    <a:solidFill>
                      <a:schemeClr val="tx1"/>
                    </a:solidFill>
                    <a:latin typeface="+mn-lt"/>
                    <a:ea typeface="+mn-ea"/>
                    <a:cs typeface="+mn-cs"/>
                  </a:defRPr>
                </a:pPr>
                <a:r>
                  <a:rPr lang="pt-BR" sz="1600" b="1" dirty="0">
                    <a:solidFill>
                      <a:schemeClr val="tx1"/>
                    </a:solidFill>
                  </a:rPr>
                  <a:t>Tempo (s)</a:t>
                </a:r>
              </a:p>
            </c:rich>
          </c:tx>
          <c:overlay val="0"/>
          <c:spPr>
            <a:noFill/>
            <a:ln>
              <a:noFill/>
            </a:ln>
            <a:effectLst/>
          </c:spPr>
          <c:txPr>
            <a:bodyPr rot="0" spcFirstLastPara="1" vertOverflow="ellipsis" vert="horz" wrap="square" anchor="ctr" anchorCtr="1"/>
            <a:lstStyle/>
            <a:p>
              <a:pPr>
                <a:defRPr sz="1600" b="1" i="0" u="none" strike="noStrike" kern="1200" baseline="0">
                  <a:solidFill>
                    <a:schemeClr val="tx1"/>
                  </a:solidFill>
                  <a:latin typeface="+mn-lt"/>
                  <a:ea typeface="+mn-ea"/>
                  <a:cs typeface="+mn-cs"/>
                </a:defRPr>
              </a:pPr>
              <a:endParaRPr lang="en-US"/>
            </a:p>
          </c:txPr>
        </c:title>
        <c:numFmt formatCode="General" sourceLinked="1"/>
        <c:majorTickMark val="none"/>
        <c:minorTickMark val="none"/>
        <c:tickLblPos val="nextTo"/>
        <c:spPr>
          <a:noFill/>
          <a:ln w="25400" cap="flat" cmpd="sng" algn="ctr">
            <a:solidFill>
              <a:srgbClr val="020000"/>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51063488"/>
        <c:crosses val="autoZero"/>
        <c:crossBetween val="midCat"/>
        <c:majorUnit val="1"/>
      </c:valAx>
      <c:valAx>
        <c:axId val="-651063488"/>
        <c:scaling>
          <c:orientation val="minMax"/>
          <c:max val="10"/>
          <c:min val="-8"/>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600" b="1" i="0" u="none" strike="noStrike" kern="1200" baseline="0">
                    <a:solidFill>
                      <a:schemeClr val="tx1"/>
                    </a:solidFill>
                    <a:latin typeface="+mn-lt"/>
                    <a:ea typeface="+mn-ea"/>
                    <a:cs typeface="+mn-cs"/>
                  </a:defRPr>
                </a:pPr>
                <a:r>
                  <a:rPr lang="pt-BR" sz="1600" b="1" dirty="0">
                    <a:solidFill>
                      <a:schemeClr val="tx1"/>
                    </a:solidFill>
                  </a:rPr>
                  <a:t>Posição</a:t>
                </a:r>
                <a:r>
                  <a:rPr lang="pt-BR" sz="1600" b="1" baseline="0" dirty="0">
                    <a:solidFill>
                      <a:schemeClr val="tx1"/>
                    </a:solidFill>
                  </a:rPr>
                  <a:t> (m)</a:t>
                </a:r>
                <a:endParaRPr lang="pt-BR" sz="1600" b="1" dirty="0">
                  <a:solidFill>
                    <a:schemeClr val="tx1"/>
                  </a:solidFill>
                </a:endParaRPr>
              </a:p>
            </c:rich>
          </c:tx>
          <c:overlay val="0"/>
          <c:spPr>
            <a:noFill/>
            <a:ln>
              <a:noFill/>
            </a:ln>
            <a:effectLst/>
          </c:spPr>
          <c:txPr>
            <a:bodyPr rot="-5400000" spcFirstLastPara="1" vertOverflow="ellipsis" vert="horz" wrap="square" anchor="ctr" anchorCtr="1"/>
            <a:lstStyle/>
            <a:p>
              <a:pPr>
                <a:defRPr sz="1600" b="1" i="0" u="none" strike="noStrike" kern="1200" baseline="0">
                  <a:solidFill>
                    <a:schemeClr val="tx1"/>
                  </a:solidFill>
                  <a:latin typeface="+mn-lt"/>
                  <a:ea typeface="+mn-ea"/>
                  <a:cs typeface="+mn-cs"/>
                </a:defRPr>
              </a:pPr>
              <a:endParaRPr lang="pt-BR"/>
            </a:p>
          </c:txPr>
        </c:title>
        <c:numFmt formatCode="General" sourceLinked="1"/>
        <c:majorTickMark val="none"/>
        <c:minorTickMark val="none"/>
        <c:tickLblPos val="nextTo"/>
        <c:spPr>
          <a:noFill/>
          <a:ln w="25400" cap="flat" cmpd="sng" algn="ctr">
            <a:solidFill>
              <a:srgbClr val="020000"/>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51064576"/>
        <c:crosses val="autoZero"/>
        <c:crossBetween val="midCat"/>
        <c:majorUnit val="2"/>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4952222975650258E-2"/>
          <c:y val="5.2592056507642426E-2"/>
          <c:w val="0.86530966375133878"/>
          <c:h val="0.83148882584529871"/>
        </c:manualLayout>
      </c:layout>
      <c:scatterChart>
        <c:scatterStyle val="smoothMarker"/>
        <c:varyColors val="0"/>
        <c:ser>
          <c:idx val="0"/>
          <c:order val="0"/>
          <c:tx>
            <c:strRef>
              <c:f>Plan1!$B$1</c:f>
              <c:strCache>
                <c:ptCount val="1"/>
                <c:pt idx="0">
                  <c:v>Posição (m)</c:v>
                </c:pt>
              </c:strCache>
            </c:strRef>
          </c:tx>
          <c:spPr>
            <a:ln w="19050" cap="rnd">
              <a:solidFill>
                <a:schemeClr val="accent1"/>
              </a:solidFill>
              <a:round/>
            </a:ln>
            <a:effectLst/>
          </c:spPr>
          <c:marker>
            <c:symbol val="none"/>
          </c:marker>
          <c:xVal>
            <c:numRef>
              <c:f>Plan1!$A$2:$A$8</c:f>
              <c:numCache>
                <c:formatCode>General</c:formatCode>
                <c:ptCount val="7"/>
                <c:pt idx="0">
                  <c:v>-4</c:v>
                </c:pt>
                <c:pt idx="1">
                  <c:v>-2</c:v>
                </c:pt>
                <c:pt idx="2">
                  <c:v>0</c:v>
                </c:pt>
                <c:pt idx="3">
                  <c:v>2</c:v>
                </c:pt>
                <c:pt idx="4">
                  <c:v>4</c:v>
                </c:pt>
                <c:pt idx="5">
                  <c:v>6</c:v>
                </c:pt>
                <c:pt idx="6">
                  <c:v>8</c:v>
                </c:pt>
              </c:numCache>
            </c:numRef>
          </c:xVal>
          <c:yVal>
            <c:numRef>
              <c:f>Plan1!$B$2:$B$8</c:f>
              <c:numCache>
                <c:formatCode>General</c:formatCode>
                <c:ptCount val="7"/>
                <c:pt idx="0">
                  <c:v>10</c:v>
                </c:pt>
                <c:pt idx="1">
                  <c:v>6</c:v>
                </c:pt>
                <c:pt idx="2">
                  <c:v>2</c:v>
                </c:pt>
                <c:pt idx="3">
                  <c:v>-2</c:v>
                </c:pt>
                <c:pt idx="4">
                  <c:v>-6</c:v>
                </c:pt>
                <c:pt idx="5">
                  <c:v>-10</c:v>
                </c:pt>
                <c:pt idx="6">
                  <c:v>-14</c:v>
                </c:pt>
              </c:numCache>
            </c:numRef>
          </c:yVal>
          <c:smooth val="1"/>
          <c:extLst>
            <c:ext xmlns:c16="http://schemas.microsoft.com/office/drawing/2014/chart" uri="{C3380CC4-5D6E-409C-BE32-E72D297353CC}">
              <c16:uniqueId val="{00000000-81E6-4C0C-9E9D-DD5316014C59}"/>
            </c:ext>
          </c:extLst>
        </c:ser>
        <c:dLbls>
          <c:showLegendKey val="0"/>
          <c:showVal val="0"/>
          <c:showCatName val="0"/>
          <c:showSerName val="0"/>
          <c:showPercent val="0"/>
          <c:showBubbleSize val="0"/>
        </c:dLbls>
        <c:axId val="-651064576"/>
        <c:axId val="-651063488"/>
      </c:scatterChart>
      <c:valAx>
        <c:axId val="-651064576"/>
        <c:scaling>
          <c:orientation val="minMax"/>
          <c:max val="6"/>
          <c:min val="-4"/>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600" b="1" i="0" u="none" strike="noStrike" kern="1200" baseline="0">
                    <a:solidFill>
                      <a:schemeClr val="tx1"/>
                    </a:solidFill>
                    <a:latin typeface="+mn-lt"/>
                    <a:ea typeface="+mn-ea"/>
                    <a:cs typeface="+mn-cs"/>
                  </a:defRPr>
                </a:pPr>
                <a:r>
                  <a:rPr lang="pt-BR" sz="1600" b="1" dirty="0">
                    <a:solidFill>
                      <a:schemeClr val="tx1"/>
                    </a:solidFill>
                  </a:rPr>
                  <a:t>Tempo (s)</a:t>
                </a:r>
              </a:p>
            </c:rich>
          </c:tx>
          <c:overlay val="0"/>
          <c:spPr>
            <a:noFill/>
            <a:ln>
              <a:noFill/>
            </a:ln>
            <a:effectLst/>
          </c:spPr>
          <c:txPr>
            <a:bodyPr rot="0" spcFirstLastPara="1" vertOverflow="ellipsis" vert="horz" wrap="square" anchor="ctr" anchorCtr="1"/>
            <a:lstStyle/>
            <a:p>
              <a:pPr>
                <a:defRPr sz="1600" b="1" i="0" u="none" strike="noStrike" kern="1200" baseline="0">
                  <a:solidFill>
                    <a:schemeClr val="tx1"/>
                  </a:solidFill>
                  <a:latin typeface="+mn-lt"/>
                  <a:ea typeface="+mn-ea"/>
                  <a:cs typeface="+mn-cs"/>
                </a:defRPr>
              </a:pPr>
              <a:endParaRPr lang="en-US"/>
            </a:p>
          </c:txPr>
        </c:title>
        <c:numFmt formatCode="General" sourceLinked="1"/>
        <c:majorTickMark val="none"/>
        <c:minorTickMark val="none"/>
        <c:tickLblPos val="nextTo"/>
        <c:spPr>
          <a:noFill/>
          <a:ln w="25400" cap="flat" cmpd="sng" algn="ctr">
            <a:solidFill>
              <a:srgbClr val="020000"/>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51063488"/>
        <c:crosses val="autoZero"/>
        <c:crossBetween val="midCat"/>
        <c:majorUnit val="1"/>
      </c:valAx>
      <c:valAx>
        <c:axId val="-651063488"/>
        <c:scaling>
          <c:orientation val="minMax"/>
          <c:max val="10"/>
          <c:min val="-8"/>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600" b="1" i="0" u="none" strike="noStrike" kern="1200" baseline="0">
                    <a:solidFill>
                      <a:schemeClr val="tx1"/>
                    </a:solidFill>
                    <a:latin typeface="+mn-lt"/>
                    <a:ea typeface="+mn-ea"/>
                    <a:cs typeface="+mn-cs"/>
                  </a:defRPr>
                </a:pPr>
                <a:r>
                  <a:rPr lang="pt-BR" sz="1600" b="1" dirty="0">
                    <a:solidFill>
                      <a:schemeClr val="tx1"/>
                    </a:solidFill>
                  </a:rPr>
                  <a:t>Posição</a:t>
                </a:r>
                <a:r>
                  <a:rPr lang="pt-BR" sz="1600" b="1" baseline="0" dirty="0">
                    <a:solidFill>
                      <a:schemeClr val="tx1"/>
                    </a:solidFill>
                  </a:rPr>
                  <a:t> (m)</a:t>
                </a:r>
                <a:endParaRPr lang="pt-BR" sz="1600" b="1" dirty="0">
                  <a:solidFill>
                    <a:schemeClr val="tx1"/>
                  </a:solidFill>
                </a:endParaRPr>
              </a:p>
            </c:rich>
          </c:tx>
          <c:overlay val="0"/>
          <c:spPr>
            <a:noFill/>
            <a:ln>
              <a:noFill/>
            </a:ln>
            <a:effectLst/>
          </c:spPr>
          <c:txPr>
            <a:bodyPr rot="-5400000" spcFirstLastPara="1" vertOverflow="ellipsis" vert="horz" wrap="square" anchor="ctr" anchorCtr="1"/>
            <a:lstStyle/>
            <a:p>
              <a:pPr>
                <a:defRPr sz="1600" b="1" i="0" u="none" strike="noStrike" kern="1200" baseline="0">
                  <a:solidFill>
                    <a:schemeClr val="tx1"/>
                  </a:solidFill>
                  <a:latin typeface="+mn-lt"/>
                  <a:ea typeface="+mn-ea"/>
                  <a:cs typeface="+mn-cs"/>
                </a:defRPr>
              </a:pPr>
              <a:endParaRPr lang="pt-BR"/>
            </a:p>
          </c:txPr>
        </c:title>
        <c:numFmt formatCode="General" sourceLinked="1"/>
        <c:majorTickMark val="none"/>
        <c:minorTickMark val="none"/>
        <c:tickLblPos val="nextTo"/>
        <c:spPr>
          <a:noFill/>
          <a:ln w="25400" cap="flat" cmpd="sng" algn="ctr">
            <a:solidFill>
              <a:srgbClr val="020000"/>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51064576"/>
        <c:crosses val="autoZero"/>
        <c:crossBetween val="midCat"/>
        <c:majorUnit val="2"/>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01A63A9-F13B-46F1-A93F-27AA737FD7E7}" type="datetimeFigureOut">
              <a:rPr lang="pt-BR" smtClean="0"/>
              <a:pPr/>
              <a:t>01/05/2026</a:t>
            </a:fld>
            <a:endParaRPr lang="pt-BR"/>
          </a:p>
        </p:txBody>
      </p:sp>
      <p:sp>
        <p:nvSpPr>
          <p:cNvPr id="4" name="Espaço Reservado para Rodapé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5" name="Espaço Reservado para Número de Slide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F2F50FE-E718-42E3-9D8A-946F780C799B}" type="slidenum">
              <a:rPr lang="pt-BR" smtClean="0"/>
              <a:pPr/>
              <a:t>‹nº›</a:t>
            </a:fld>
            <a:endParaRPr lang="pt-BR"/>
          </a:p>
        </p:txBody>
      </p:sp>
    </p:spTree>
    <p:extLst>
      <p:ext uri="{BB962C8B-B14F-4D97-AF65-F5344CB8AC3E}">
        <p14:creationId xmlns:p14="http://schemas.microsoft.com/office/powerpoint/2010/main" val="315713918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498697-E7EB-B84D-9726-13965ED94444}" type="datetimeFigureOut">
              <a:rPr lang="en-US" smtClean="0"/>
              <a:pPr/>
              <a:t>5/1/2026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DC6CD5E-26BD-9B45-BB2F-78648736C277}" type="slidenum">
              <a:rPr lang="en-US" smtClean="0"/>
              <a:pPr/>
              <a:t>‹nº›</a:t>
            </a:fld>
            <a:endParaRPr lang="en-US"/>
          </a:p>
        </p:txBody>
      </p:sp>
    </p:spTree>
    <p:extLst>
      <p:ext uri="{BB962C8B-B14F-4D97-AF65-F5344CB8AC3E}">
        <p14:creationId xmlns:p14="http://schemas.microsoft.com/office/powerpoint/2010/main" val="799288263"/>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10"/>
          </p:nvPr>
        </p:nvSpPr>
        <p:spPr/>
        <p:txBody>
          <a:bodyPr/>
          <a:lstStyle/>
          <a:p>
            <a:fld id="{1DC6CD5E-26BD-9B45-BB2F-78648736C277}" type="slidenum">
              <a:rPr lang="en-US" smtClean="0"/>
              <a:pPr/>
              <a:t>2</a:t>
            </a:fld>
            <a:endParaRPr lang="en-US"/>
          </a:p>
        </p:txBody>
      </p:sp>
    </p:spTree>
    <p:extLst>
      <p:ext uri="{BB962C8B-B14F-4D97-AF65-F5344CB8AC3E}">
        <p14:creationId xmlns:p14="http://schemas.microsoft.com/office/powerpoint/2010/main" val="25094278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10"/>
          </p:nvPr>
        </p:nvSpPr>
        <p:spPr/>
        <p:txBody>
          <a:bodyPr/>
          <a:lstStyle/>
          <a:p>
            <a:fld id="{1DC6CD5E-26BD-9B45-BB2F-78648736C277}" type="slidenum">
              <a:rPr lang="en-US" smtClean="0"/>
              <a:pPr/>
              <a:t>3</a:t>
            </a:fld>
            <a:endParaRPr lang="en-US"/>
          </a:p>
        </p:txBody>
      </p:sp>
    </p:spTree>
    <p:extLst>
      <p:ext uri="{BB962C8B-B14F-4D97-AF65-F5344CB8AC3E}">
        <p14:creationId xmlns:p14="http://schemas.microsoft.com/office/powerpoint/2010/main" val="13847394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10"/>
          </p:nvPr>
        </p:nvSpPr>
        <p:spPr/>
        <p:txBody>
          <a:bodyPr/>
          <a:lstStyle/>
          <a:p>
            <a:fld id="{1DC6CD5E-26BD-9B45-BB2F-78648736C277}" type="slidenum">
              <a:rPr lang="en-US" smtClean="0"/>
              <a:pPr/>
              <a:t>4</a:t>
            </a:fld>
            <a:endParaRPr lang="en-US"/>
          </a:p>
        </p:txBody>
      </p:sp>
    </p:spTree>
    <p:extLst>
      <p:ext uri="{BB962C8B-B14F-4D97-AF65-F5344CB8AC3E}">
        <p14:creationId xmlns:p14="http://schemas.microsoft.com/office/powerpoint/2010/main" val="25116148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10"/>
          </p:nvPr>
        </p:nvSpPr>
        <p:spPr/>
        <p:txBody>
          <a:bodyPr/>
          <a:lstStyle/>
          <a:p>
            <a:fld id="{1DC6CD5E-26BD-9B45-BB2F-78648736C277}" type="slidenum">
              <a:rPr lang="en-US" smtClean="0"/>
              <a:pPr/>
              <a:t>5</a:t>
            </a:fld>
            <a:endParaRPr lang="en-US"/>
          </a:p>
        </p:txBody>
      </p:sp>
    </p:spTree>
    <p:extLst>
      <p:ext uri="{BB962C8B-B14F-4D97-AF65-F5344CB8AC3E}">
        <p14:creationId xmlns:p14="http://schemas.microsoft.com/office/powerpoint/2010/main" val="20545026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1DC6CD5E-26BD-9B45-BB2F-78648736C277}" type="slidenum">
              <a:rPr lang="en-US" smtClean="0"/>
              <a:pPr/>
              <a:t>12</a:t>
            </a:fld>
            <a:endParaRPr lang="en-US"/>
          </a:p>
        </p:txBody>
      </p:sp>
    </p:spTree>
    <p:extLst>
      <p:ext uri="{BB962C8B-B14F-4D97-AF65-F5344CB8AC3E}">
        <p14:creationId xmlns:p14="http://schemas.microsoft.com/office/powerpoint/2010/main" val="32476606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1DC6CD5E-26BD-9B45-BB2F-78648736C277}" type="slidenum">
              <a:rPr lang="en-US" smtClean="0"/>
              <a:pPr/>
              <a:t>13</a:t>
            </a:fld>
            <a:endParaRPr lang="en-US"/>
          </a:p>
        </p:txBody>
      </p:sp>
    </p:spTree>
    <p:extLst>
      <p:ext uri="{BB962C8B-B14F-4D97-AF65-F5344CB8AC3E}">
        <p14:creationId xmlns:p14="http://schemas.microsoft.com/office/powerpoint/2010/main" val="15369278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1DC6CD5E-26BD-9B45-BB2F-78648736C277}" type="slidenum">
              <a:rPr lang="en-US" smtClean="0"/>
              <a:pPr/>
              <a:t>20</a:t>
            </a:fld>
            <a:endParaRPr lang="en-US"/>
          </a:p>
        </p:txBody>
      </p:sp>
    </p:spTree>
    <p:extLst>
      <p:ext uri="{BB962C8B-B14F-4D97-AF65-F5344CB8AC3E}">
        <p14:creationId xmlns:p14="http://schemas.microsoft.com/office/powerpoint/2010/main" val="31435976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1DC6CD5E-26BD-9B45-BB2F-78648736C277}" type="slidenum">
              <a:rPr lang="en-US" smtClean="0"/>
              <a:pPr/>
              <a:t>21</a:t>
            </a:fld>
            <a:endParaRPr lang="en-US"/>
          </a:p>
        </p:txBody>
      </p:sp>
    </p:spTree>
    <p:extLst>
      <p:ext uri="{BB962C8B-B14F-4D97-AF65-F5344CB8AC3E}">
        <p14:creationId xmlns:p14="http://schemas.microsoft.com/office/powerpoint/2010/main" val="37253477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10"/>
          </p:nvPr>
        </p:nvSpPr>
        <p:spPr/>
        <p:txBody>
          <a:bodyPr/>
          <a:lstStyle/>
          <a:p>
            <a:fld id="{1DC6CD5E-26BD-9B45-BB2F-78648736C277}" type="slidenum">
              <a:rPr lang="en-US" smtClean="0"/>
              <a:pPr/>
              <a:t>27</a:t>
            </a:fld>
            <a:endParaRPr lang="en-US"/>
          </a:p>
        </p:txBody>
      </p:sp>
    </p:spTree>
    <p:extLst>
      <p:ext uri="{BB962C8B-B14F-4D97-AF65-F5344CB8AC3E}">
        <p14:creationId xmlns:p14="http://schemas.microsoft.com/office/powerpoint/2010/main" val="8972012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C6CD5E-26BD-9B45-BB2F-78648736C277}" type="slidenum">
              <a:rPr lang="en-US" smtClean="0"/>
              <a:pPr/>
              <a:t>28</a:t>
            </a:fld>
            <a:endParaRPr lang="en-US"/>
          </a:p>
        </p:txBody>
      </p:sp>
    </p:spTree>
    <p:extLst>
      <p:ext uri="{BB962C8B-B14F-4D97-AF65-F5344CB8AC3E}">
        <p14:creationId xmlns:p14="http://schemas.microsoft.com/office/powerpoint/2010/main" val="31447271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3.xml"/><Relationship Id="rId4"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pic>
        <p:nvPicPr>
          <p:cNvPr id="2" name="Picture 2"/>
          <p:cNvPicPr>
            <a:picLocks noChangeAspect="1"/>
          </p:cNvPicPr>
          <p:nvPr userDrawn="1"/>
        </p:nvPicPr>
        <p:blipFill>
          <a:blip r:embed="rId2"/>
          <a:stretch>
            <a:fillRect/>
          </a:stretch>
        </p:blipFill>
        <p:spPr>
          <a:xfrm>
            <a:off x="1674039" y="3081534"/>
            <a:ext cx="5783223" cy="682232"/>
          </a:xfrm>
          <a:prstGeom prst="rect">
            <a:avLst/>
          </a:prstGeom>
        </p:spPr>
      </p:pic>
    </p:spTree>
    <p:extLst>
      <p:ext uri="{BB962C8B-B14F-4D97-AF65-F5344CB8AC3E}">
        <p14:creationId xmlns:p14="http://schemas.microsoft.com/office/powerpoint/2010/main" val="34895817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lide de título">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x-none"/>
              <a:t>Click to edit Master subtitle style</a:t>
            </a:r>
            <a:endParaRPr lang="en-US"/>
          </a:p>
        </p:txBody>
      </p:sp>
      <p:sp>
        <p:nvSpPr>
          <p:cNvPr id="9" name="Title 1"/>
          <p:cNvSpPr>
            <a:spLocks noGrp="1"/>
          </p:cNvSpPr>
          <p:nvPr>
            <p:ph type="title" hasCustomPrompt="1"/>
          </p:nvPr>
        </p:nvSpPr>
        <p:spPr>
          <a:xfrm>
            <a:off x="914400" y="749902"/>
            <a:ext cx="7392202" cy="471234"/>
          </a:xfrm>
        </p:spPr>
        <p:txBody>
          <a:bodyPr>
            <a:normAutofit/>
          </a:bodyPr>
          <a:lstStyle>
            <a:lvl1pPr algn="l">
              <a:defRPr sz="2800" b="1">
                <a:latin typeface="Gotham HTF" pitchFamily="2" charset="0"/>
              </a:defRPr>
            </a:lvl1pPr>
          </a:lstStyle>
          <a:p>
            <a:r>
              <a:rPr lang="x-none" dirty="0"/>
              <a:t>CLICK TO EDIT MASTER TITLE STYLE</a:t>
            </a:r>
            <a:endParaRPr lang="en-US" dirty="0"/>
          </a:p>
        </p:txBody>
      </p:sp>
      <p:sp>
        <p:nvSpPr>
          <p:cNvPr id="10" name="Rectangle 20"/>
          <p:cNvSpPr/>
          <p:nvPr userDrawn="1"/>
        </p:nvSpPr>
        <p:spPr>
          <a:xfrm>
            <a:off x="765379" y="843279"/>
            <a:ext cx="72000" cy="284481"/>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178566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1" name="Espaço Reservado para Imagem 10"/>
          <p:cNvSpPr>
            <a:spLocks noGrp="1"/>
          </p:cNvSpPr>
          <p:nvPr>
            <p:ph type="pic" sz="quarter" idx="13"/>
          </p:nvPr>
        </p:nvSpPr>
        <p:spPr>
          <a:xfrm>
            <a:off x="914400" y="1600199"/>
            <a:ext cx="2875280" cy="4249172"/>
          </a:xfrm>
        </p:spPr>
        <p:txBody>
          <a:bodyPr/>
          <a:lstStyle/>
          <a:p>
            <a:endParaRPr lang="pt-BR"/>
          </a:p>
        </p:txBody>
      </p:sp>
      <p:sp>
        <p:nvSpPr>
          <p:cNvPr id="3" name="Content Placeholder 2"/>
          <p:cNvSpPr>
            <a:spLocks noGrp="1"/>
          </p:cNvSpPr>
          <p:nvPr>
            <p:ph idx="1"/>
          </p:nvPr>
        </p:nvSpPr>
        <p:spPr>
          <a:xfrm>
            <a:off x="4158114" y="1600200"/>
            <a:ext cx="4207871" cy="2933299"/>
          </a:xfrm>
        </p:spPr>
        <p:txBody>
          <a:bodyPr>
            <a:normAutofit/>
          </a:bodyPr>
          <a:lstStyle>
            <a:lvl1pPr>
              <a:defRPr sz="1600">
                <a:latin typeface="Gotham-Book"/>
              </a:defRPr>
            </a:lvl1pPr>
            <a:lvl2pPr>
              <a:defRPr sz="1600">
                <a:latin typeface="Gotham-Book"/>
              </a:defRPr>
            </a:lvl2pPr>
            <a:lvl3pPr>
              <a:defRPr sz="1600">
                <a:latin typeface="Gotham-Book"/>
              </a:defRPr>
            </a:lvl3pPr>
            <a:lvl4pPr>
              <a:defRPr sz="1600">
                <a:latin typeface="Gotham-Book"/>
              </a:defRPr>
            </a:lvl4pPr>
            <a:lvl5pPr>
              <a:defRPr sz="1600">
                <a:latin typeface="Gotham-Book"/>
              </a:defRPr>
            </a:lvl5pPr>
          </a:lstStyle>
          <a:p>
            <a:pPr lvl="0"/>
            <a:r>
              <a:rPr lang="x-none" dirty="0"/>
              <a:t>Click to edit Master text styles</a:t>
            </a:r>
          </a:p>
          <a:p>
            <a:pPr lvl="1"/>
            <a:r>
              <a:rPr lang="x-none" dirty="0"/>
              <a:t>Second level</a:t>
            </a:r>
          </a:p>
          <a:p>
            <a:pPr lvl="2"/>
            <a:r>
              <a:rPr lang="x-none" dirty="0"/>
              <a:t>Third level</a:t>
            </a:r>
          </a:p>
          <a:p>
            <a:pPr lvl="3"/>
            <a:r>
              <a:rPr lang="x-none" dirty="0"/>
              <a:t>Fourth level</a:t>
            </a:r>
          </a:p>
          <a:p>
            <a:pPr lvl="4"/>
            <a:r>
              <a:rPr lang="x-none" dirty="0"/>
              <a:t>Fifth level</a:t>
            </a:r>
            <a:endParaRPr lang="en-US" dirty="0"/>
          </a:p>
        </p:txBody>
      </p:sp>
      <p:sp>
        <p:nvSpPr>
          <p:cNvPr id="7" name="Rectangle 20"/>
          <p:cNvSpPr/>
          <p:nvPr userDrawn="1"/>
        </p:nvSpPr>
        <p:spPr>
          <a:xfrm>
            <a:off x="765379" y="804779"/>
            <a:ext cx="72000" cy="284481"/>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TextBox 9"/>
          <p:cNvSpPr txBox="1"/>
          <p:nvPr userDrawn="1"/>
        </p:nvSpPr>
        <p:spPr>
          <a:xfrm>
            <a:off x="947124" y="748343"/>
            <a:ext cx="4870522" cy="487313"/>
          </a:xfrm>
          <a:prstGeom prst="rect">
            <a:avLst/>
          </a:prstGeom>
          <a:noFill/>
        </p:spPr>
        <p:txBody>
          <a:bodyPr wrap="square" rtlCol="0">
            <a:spAutoFit/>
          </a:bodyPr>
          <a:lstStyle/>
          <a:p>
            <a:pPr>
              <a:lnSpc>
                <a:spcPct val="90000"/>
              </a:lnSpc>
            </a:pPr>
            <a:r>
              <a:rPr lang="en-US" sz="2800" b="1" dirty="0">
                <a:solidFill>
                  <a:srgbClr val="303030"/>
                </a:solidFill>
                <a:latin typeface="Gotham HTF" pitchFamily="2" charset="0"/>
                <a:cs typeface="Gotham-Bold"/>
              </a:rPr>
              <a:t>SHORT </a:t>
            </a:r>
            <a:r>
              <a:rPr lang="en-US" sz="2800" b="1" dirty="0">
                <a:solidFill>
                  <a:srgbClr val="303030"/>
                </a:solidFill>
                <a:latin typeface="Gotham HTF" pitchFamily="2" charset="0"/>
                <a:cs typeface="Gotham-Book"/>
              </a:rPr>
              <a:t>BIO</a:t>
            </a:r>
          </a:p>
        </p:txBody>
      </p:sp>
      <p:sp>
        <p:nvSpPr>
          <p:cNvPr id="8" name="Rectangle 19"/>
          <p:cNvSpPr/>
          <p:nvPr userDrawn="1"/>
        </p:nvSpPr>
        <p:spPr>
          <a:xfrm>
            <a:off x="3789680" y="4672530"/>
            <a:ext cx="4576305" cy="1196091"/>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aseline="-25000"/>
          </a:p>
        </p:txBody>
      </p:sp>
      <p:sp>
        <p:nvSpPr>
          <p:cNvPr id="10" name="Espaço Reservado para Texto 9"/>
          <p:cNvSpPr>
            <a:spLocks noGrp="1"/>
          </p:cNvSpPr>
          <p:nvPr userDrawn="1">
            <p:ph type="body" sz="quarter" idx="14" hasCustomPrompt="1"/>
          </p:nvPr>
        </p:nvSpPr>
        <p:spPr>
          <a:xfrm>
            <a:off x="4090988" y="4792663"/>
            <a:ext cx="3868737" cy="828675"/>
          </a:xfrm>
        </p:spPr>
        <p:txBody>
          <a:bodyPr/>
          <a:lstStyle>
            <a:lvl1pPr marL="0" indent="0">
              <a:buNone/>
              <a:defRPr sz="2000" baseline="0">
                <a:solidFill>
                  <a:schemeClr val="bg1"/>
                </a:solidFill>
                <a:latin typeface="Gotham-Bold"/>
              </a:defRPr>
            </a:lvl1pPr>
            <a:lvl2pPr>
              <a:defRPr sz="1800">
                <a:solidFill>
                  <a:schemeClr val="bg1"/>
                </a:solidFill>
                <a:latin typeface="Gotham-Bold"/>
              </a:defRPr>
            </a:lvl2pPr>
          </a:lstStyle>
          <a:p>
            <a:pPr lvl="0"/>
            <a:r>
              <a:rPr lang="pt-BR" dirty="0"/>
              <a:t>Prof. nome</a:t>
            </a:r>
          </a:p>
          <a:p>
            <a:pPr lvl="0"/>
            <a:r>
              <a:rPr lang="pt-BR" dirty="0" err="1"/>
              <a:t>Email</a:t>
            </a:r>
            <a:endParaRPr lang="pt-BR" dirty="0"/>
          </a:p>
        </p:txBody>
      </p:sp>
      <p:sp>
        <p:nvSpPr>
          <p:cNvPr id="13" name="Isosceles Triangle 2"/>
          <p:cNvSpPr/>
          <p:nvPr userDrawn="1"/>
        </p:nvSpPr>
        <p:spPr>
          <a:xfrm rot="16200000">
            <a:off x="3493922" y="4970503"/>
            <a:ext cx="358752" cy="241676"/>
          </a:xfrm>
          <a:prstGeom prst="triangle">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aseline="-25000"/>
          </a:p>
        </p:txBody>
      </p:sp>
    </p:spTree>
    <p:extLst>
      <p:ext uri="{BB962C8B-B14F-4D97-AF65-F5344CB8AC3E}">
        <p14:creationId xmlns:p14="http://schemas.microsoft.com/office/powerpoint/2010/main" val="24585481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 name="Espaço Reservado para Texto 9"/>
          <p:cNvSpPr>
            <a:spLocks noGrp="1"/>
          </p:cNvSpPr>
          <p:nvPr>
            <p:ph type="body" sz="quarter" idx="13" hasCustomPrompt="1"/>
          </p:nvPr>
        </p:nvSpPr>
        <p:spPr>
          <a:xfrm>
            <a:off x="914400" y="1750228"/>
            <a:ext cx="7238198" cy="260350"/>
          </a:xfrm>
        </p:spPr>
        <p:txBody>
          <a:bodyPr>
            <a:noAutofit/>
          </a:bodyPr>
          <a:lstStyle>
            <a:lvl1pPr marL="0" indent="0">
              <a:buNone/>
              <a:defRPr sz="2000" b="1">
                <a:latin typeface="Gotham HTF" pitchFamily="2" charset="0"/>
              </a:defRPr>
            </a:lvl1pPr>
            <a:lvl2pPr>
              <a:defRPr sz="2000">
                <a:latin typeface="Gotham-Bold"/>
              </a:defRPr>
            </a:lvl2pPr>
            <a:lvl3pPr>
              <a:defRPr sz="2000">
                <a:latin typeface="Gotham-Bold"/>
              </a:defRPr>
            </a:lvl3pPr>
            <a:lvl4pPr>
              <a:defRPr sz="2000">
                <a:latin typeface="Gotham-Bold"/>
              </a:defRPr>
            </a:lvl4pPr>
            <a:lvl5pPr>
              <a:defRPr sz="2000">
                <a:latin typeface="Gotham-Bold"/>
              </a:defRPr>
            </a:lvl5pPr>
          </a:lstStyle>
          <a:p>
            <a:pPr lvl="0"/>
            <a:r>
              <a:rPr lang="pt-BR" dirty="0"/>
              <a:t>CLIQUE PARA EDITAR O TEXTO MESTRE</a:t>
            </a:r>
          </a:p>
        </p:txBody>
      </p:sp>
      <p:sp>
        <p:nvSpPr>
          <p:cNvPr id="12" name="Espaço Reservado para Texto 11"/>
          <p:cNvSpPr>
            <a:spLocks noGrp="1"/>
          </p:cNvSpPr>
          <p:nvPr>
            <p:ph type="body" sz="quarter" idx="14"/>
          </p:nvPr>
        </p:nvSpPr>
        <p:spPr>
          <a:xfrm>
            <a:off x="914400" y="2319338"/>
            <a:ext cx="7238198" cy="1607769"/>
          </a:xfrm>
        </p:spPr>
        <p:txBody>
          <a:bodyPr>
            <a:normAutofit/>
          </a:bodyPr>
          <a:lstStyle>
            <a:lvl1pPr marL="342900" indent="-342900">
              <a:buFont typeface="Wingdings" panose="05000000000000000000" pitchFamily="2" charset="2"/>
              <a:buChar char="§"/>
              <a:defRPr sz="1600">
                <a:latin typeface="Gotham-Book"/>
              </a:defRPr>
            </a:lvl1pPr>
            <a:lvl2pPr marL="742950" indent="-285750">
              <a:buFont typeface="Wingdings" panose="05000000000000000000" pitchFamily="2" charset="2"/>
              <a:buChar char="§"/>
              <a:defRPr sz="1600">
                <a:latin typeface="Gotham-Book"/>
              </a:defRPr>
            </a:lvl2pPr>
            <a:lvl3pPr marL="1143000" indent="-228600">
              <a:buFont typeface="Wingdings" panose="05000000000000000000" pitchFamily="2" charset="2"/>
              <a:buChar char="§"/>
              <a:defRPr sz="1600">
                <a:latin typeface="Gotham-Book"/>
              </a:defRPr>
            </a:lvl3pPr>
            <a:lvl4pPr marL="1600200" indent="-228600">
              <a:buFont typeface="Wingdings" panose="05000000000000000000" pitchFamily="2" charset="2"/>
              <a:buChar char="§"/>
              <a:defRPr sz="1600">
                <a:latin typeface="Gotham-Book"/>
              </a:defRPr>
            </a:lvl4pPr>
            <a:lvl5pPr marL="2057400" indent="-228600">
              <a:buFont typeface="Wingdings" panose="05000000000000000000" pitchFamily="2" charset="2"/>
              <a:buChar char="§"/>
              <a:defRPr sz="1600">
                <a:latin typeface="Gotham-Book"/>
              </a:defRPr>
            </a:lvl5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15" name="Espaço Reservado para Texto 9"/>
          <p:cNvSpPr>
            <a:spLocks noGrp="1"/>
          </p:cNvSpPr>
          <p:nvPr>
            <p:ph type="body" sz="quarter" idx="15" hasCustomPrompt="1"/>
          </p:nvPr>
        </p:nvSpPr>
        <p:spPr>
          <a:xfrm>
            <a:off x="914400" y="4215012"/>
            <a:ext cx="7238198" cy="260350"/>
          </a:xfrm>
        </p:spPr>
        <p:txBody>
          <a:bodyPr>
            <a:noAutofit/>
          </a:bodyPr>
          <a:lstStyle>
            <a:lvl1pPr marL="0" indent="0">
              <a:buNone/>
              <a:defRPr sz="2000" b="1">
                <a:latin typeface="Gotham HTF" pitchFamily="2" charset="0"/>
              </a:defRPr>
            </a:lvl1pPr>
            <a:lvl2pPr>
              <a:defRPr sz="2000">
                <a:latin typeface="Gotham-Bold"/>
              </a:defRPr>
            </a:lvl2pPr>
            <a:lvl3pPr>
              <a:defRPr sz="2000">
                <a:latin typeface="Gotham-Bold"/>
              </a:defRPr>
            </a:lvl3pPr>
            <a:lvl4pPr>
              <a:defRPr sz="2000">
                <a:latin typeface="Gotham-Bold"/>
              </a:defRPr>
            </a:lvl4pPr>
            <a:lvl5pPr>
              <a:defRPr sz="2000">
                <a:latin typeface="Gotham-Bold"/>
              </a:defRPr>
            </a:lvl5pPr>
          </a:lstStyle>
          <a:p>
            <a:pPr lvl="0"/>
            <a:r>
              <a:rPr lang="pt-BR" dirty="0"/>
              <a:t>CLIQUE PARA EDITAR O TEXTO MESTRE</a:t>
            </a:r>
          </a:p>
        </p:txBody>
      </p:sp>
      <p:sp>
        <p:nvSpPr>
          <p:cNvPr id="16" name="Espaço Reservado para Texto 11"/>
          <p:cNvSpPr>
            <a:spLocks noGrp="1"/>
          </p:cNvSpPr>
          <p:nvPr>
            <p:ph type="body" sz="quarter" idx="16"/>
          </p:nvPr>
        </p:nvSpPr>
        <p:spPr>
          <a:xfrm>
            <a:off x="914400" y="4784122"/>
            <a:ext cx="7238198" cy="1607769"/>
          </a:xfrm>
        </p:spPr>
        <p:txBody>
          <a:bodyPr>
            <a:normAutofit/>
          </a:bodyPr>
          <a:lstStyle>
            <a:lvl1pPr marL="342900" indent="-342900">
              <a:buFont typeface="Wingdings" panose="05000000000000000000" pitchFamily="2" charset="2"/>
              <a:buChar char="§"/>
              <a:defRPr sz="1600">
                <a:latin typeface="Gotham-Book"/>
              </a:defRPr>
            </a:lvl1pPr>
            <a:lvl2pPr marL="742950" indent="-285750">
              <a:buFont typeface="Wingdings" panose="05000000000000000000" pitchFamily="2" charset="2"/>
              <a:buChar char="§"/>
              <a:defRPr sz="1600">
                <a:latin typeface="Gotham-Book"/>
              </a:defRPr>
            </a:lvl2pPr>
            <a:lvl3pPr marL="1143000" indent="-228600">
              <a:buFont typeface="Wingdings" panose="05000000000000000000" pitchFamily="2" charset="2"/>
              <a:buChar char="§"/>
              <a:defRPr sz="1600">
                <a:latin typeface="Gotham-Book"/>
              </a:defRPr>
            </a:lvl3pPr>
            <a:lvl4pPr marL="1600200" indent="-228600">
              <a:buFont typeface="Wingdings" panose="05000000000000000000" pitchFamily="2" charset="2"/>
              <a:buChar char="§"/>
              <a:defRPr sz="1600">
                <a:latin typeface="Gotham-Book"/>
              </a:defRPr>
            </a:lvl4pPr>
            <a:lvl5pPr marL="2057400" indent="-228600">
              <a:buFont typeface="Wingdings" panose="05000000000000000000" pitchFamily="2" charset="2"/>
              <a:buChar char="§"/>
              <a:defRPr sz="1600">
                <a:latin typeface="Gotham-Book"/>
              </a:defRPr>
            </a:lvl5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11" name="Rectangle 20"/>
          <p:cNvSpPr/>
          <p:nvPr userDrawn="1"/>
        </p:nvSpPr>
        <p:spPr>
          <a:xfrm>
            <a:off x="765379" y="804779"/>
            <a:ext cx="72000" cy="284481"/>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TextBox 15"/>
          <p:cNvSpPr txBox="1"/>
          <p:nvPr userDrawn="1"/>
        </p:nvSpPr>
        <p:spPr>
          <a:xfrm>
            <a:off x="947124" y="745668"/>
            <a:ext cx="6658222" cy="487313"/>
          </a:xfrm>
          <a:prstGeom prst="rect">
            <a:avLst/>
          </a:prstGeom>
          <a:noFill/>
        </p:spPr>
        <p:txBody>
          <a:bodyPr wrap="square" rtlCol="0">
            <a:spAutoFit/>
          </a:bodyPr>
          <a:lstStyle/>
          <a:p>
            <a:pPr>
              <a:lnSpc>
                <a:spcPct val="90000"/>
              </a:lnSpc>
            </a:pPr>
            <a:r>
              <a:rPr lang="en-US" sz="2800" b="1" dirty="0" err="1">
                <a:solidFill>
                  <a:srgbClr val="303030"/>
                </a:solidFill>
                <a:latin typeface="Gotham HTF" pitchFamily="2" charset="0"/>
                <a:cs typeface="Gotham-Bold"/>
              </a:rPr>
              <a:t>Energia</a:t>
            </a:r>
            <a:r>
              <a:rPr lang="en-US" sz="2800" b="1" baseline="0" dirty="0">
                <a:solidFill>
                  <a:srgbClr val="303030"/>
                </a:solidFill>
                <a:latin typeface="Gotham HTF" pitchFamily="2" charset="0"/>
                <a:cs typeface="Gotham-Bold"/>
              </a:rPr>
              <a:t>, </a:t>
            </a:r>
            <a:r>
              <a:rPr lang="en-US" sz="2800" b="1" baseline="0" dirty="0" err="1">
                <a:solidFill>
                  <a:srgbClr val="303030"/>
                </a:solidFill>
                <a:latin typeface="Gotham HTF" pitchFamily="2" charset="0"/>
                <a:cs typeface="Gotham-Bold"/>
              </a:rPr>
              <a:t>Cinemática</a:t>
            </a:r>
            <a:r>
              <a:rPr lang="en-US" sz="2800" b="1" baseline="0" dirty="0">
                <a:solidFill>
                  <a:srgbClr val="303030"/>
                </a:solidFill>
                <a:latin typeface="Gotham HTF" pitchFamily="2" charset="0"/>
                <a:cs typeface="Gotham-Bold"/>
              </a:rPr>
              <a:t>, </a:t>
            </a:r>
            <a:r>
              <a:rPr lang="en-US" sz="2800" b="1" baseline="0" dirty="0" err="1">
                <a:solidFill>
                  <a:srgbClr val="303030"/>
                </a:solidFill>
                <a:latin typeface="Gotham HTF" pitchFamily="2" charset="0"/>
                <a:cs typeface="Gotham-Bold"/>
              </a:rPr>
              <a:t>Força</a:t>
            </a:r>
            <a:r>
              <a:rPr lang="en-US" sz="2800" b="1" baseline="0" dirty="0">
                <a:solidFill>
                  <a:srgbClr val="303030"/>
                </a:solidFill>
                <a:latin typeface="Gotham HTF" pitchFamily="2" charset="0"/>
                <a:cs typeface="Gotham-Bold"/>
              </a:rPr>
              <a:t> e </a:t>
            </a:r>
            <a:r>
              <a:rPr lang="en-US" sz="2800" b="1" baseline="0" dirty="0" err="1">
                <a:solidFill>
                  <a:srgbClr val="303030"/>
                </a:solidFill>
                <a:latin typeface="Gotham HTF" pitchFamily="2" charset="0"/>
                <a:cs typeface="Gotham-Bold"/>
              </a:rPr>
              <a:t>Ondas</a:t>
            </a:r>
            <a:endParaRPr lang="en-US" sz="2800" b="1" dirty="0">
              <a:solidFill>
                <a:srgbClr val="303030"/>
              </a:solidFill>
              <a:latin typeface="Gotham HTF" pitchFamily="2" charset="0"/>
              <a:cs typeface="Gotham-Book"/>
            </a:endParaRPr>
          </a:p>
        </p:txBody>
      </p:sp>
    </p:spTree>
    <p:extLst>
      <p:ext uri="{BB962C8B-B14F-4D97-AF65-F5344CB8AC3E}">
        <p14:creationId xmlns:p14="http://schemas.microsoft.com/office/powerpoint/2010/main" val="10438288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424539" y="2857500"/>
            <a:ext cx="6294922" cy="1143000"/>
          </a:xfrm>
        </p:spPr>
        <p:txBody>
          <a:bodyPr>
            <a:noAutofit/>
          </a:bodyPr>
          <a:lstStyle>
            <a:lvl1pPr>
              <a:defRPr sz="3600" b="1">
                <a:solidFill>
                  <a:schemeClr val="tx1"/>
                </a:solidFill>
                <a:latin typeface="Gotham HTF" pitchFamily="2" charset="0"/>
              </a:defRPr>
            </a:lvl1pPr>
          </a:lstStyle>
          <a:p>
            <a:r>
              <a:rPr lang="x-none" dirty="0"/>
              <a:t>CLICK TO EDIT MASTER TITLE STYLE</a:t>
            </a:r>
            <a:endParaRPr lang="en-US" dirty="0"/>
          </a:p>
        </p:txBody>
      </p:sp>
      <p:sp>
        <p:nvSpPr>
          <p:cNvPr id="9" name="Rectangle 5"/>
          <p:cNvSpPr/>
          <p:nvPr userDrawn="1"/>
        </p:nvSpPr>
        <p:spPr>
          <a:xfrm>
            <a:off x="0" y="0"/>
            <a:ext cx="9144000" cy="78757"/>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382924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33654" y="749165"/>
            <a:ext cx="7315197" cy="397308"/>
          </a:xfrm>
        </p:spPr>
        <p:txBody>
          <a:bodyPr>
            <a:noAutofit/>
          </a:bodyPr>
          <a:lstStyle>
            <a:lvl1pPr algn="l">
              <a:defRPr sz="2800" b="1">
                <a:latin typeface="Gotham HTF" pitchFamily="2" charset="0"/>
              </a:defRPr>
            </a:lvl1pPr>
          </a:lstStyle>
          <a:p>
            <a:r>
              <a:rPr lang="x-none" dirty="0"/>
              <a:t>CLICK TO EDIT MASTER TITLE STYLE</a:t>
            </a:r>
            <a:endParaRPr lang="en-US" dirty="0"/>
          </a:p>
        </p:txBody>
      </p:sp>
      <p:sp>
        <p:nvSpPr>
          <p:cNvPr id="3" name="Text Placeholder 2"/>
          <p:cNvSpPr>
            <a:spLocks noGrp="1"/>
          </p:cNvSpPr>
          <p:nvPr>
            <p:ph type="body" idx="1" hasCustomPrompt="1"/>
          </p:nvPr>
        </p:nvSpPr>
        <p:spPr>
          <a:xfrm>
            <a:off x="765379" y="1316730"/>
            <a:ext cx="7483472" cy="639762"/>
          </a:xfrm>
        </p:spPr>
        <p:txBody>
          <a:bodyPr anchor="b">
            <a:normAutofit/>
          </a:bodyPr>
          <a:lstStyle>
            <a:lvl1pPr marL="0" indent="0">
              <a:buNone/>
              <a:defRPr sz="2000" b="1">
                <a:latin typeface="Gotham HTF"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x-none" dirty="0"/>
              <a:t>CLICK TO EDIT MASTER TEXT STYLES</a:t>
            </a:r>
          </a:p>
        </p:txBody>
      </p:sp>
      <p:sp>
        <p:nvSpPr>
          <p:cNvPr id="4" name="Content Placeholder 3"/>
          <p:cNvSpPr>
            <a:spLocks noGrp="1"/>
          </p:cNvSpPr>
          <p:nvPr>
            <p:ph sz="half" idx="2"/>
          </p:nvPr>
        </p:nvSpPr>
        <p:spPr>
          <a:xfrm>
            <a:off x="765379" y="2174875"/>
            <a:ext cx="7618230" cy="3951288"/>
          </a:xfrm>
        </p:spPr>
        <p:txBody>
          <a:bodyPr>
            <a:normAutofit/>
          </a:bodyPr>
          <a:lstStyle>
            <a:lvl1pPr marL="342900" indent="-342900">
              <a:buFont typeface="Wingdings" panose="05000000000000000000" pitchFamily="2" charset="2"/>
              <a:buChar char="§"/>
              <a:defRPr sz="1600">
                <a:latin typeface="Gotham-Book"/>
              </a:defRPr>
            </a:lvl1pPr>
            <a:lvl2pPr>
              <a:defRPr sz="1600">
                <a:latin typeface="Gotham-Book"/>
              </a:defRPr>
            </a:lvl2pPr>
            <a:lvl3pPr marL="1143000" indent="-228600">
              <a:buFont typeface="Wingdings" panose="05000000000000000000" pitchFamily="2" charset="2"/>
              <a:buChar char="§"/>
              <a:defRPr sz="1600">
                <a:latin typeface="Gotham-Book"/>
              </a:defRPr>
            </a:lvl3pPr>
            <a:lvl4pPr>
              <a:defRPr sz="1600">
                <a:latin typeface="Gotham-Book"/>
              </a:defRPr>
            </a:lvl4pPr>
            <a:lvl5pPr>
              <a:defRPr sz="1600">
                <a:latin typeface="Gotham-Book"/>
              </a:defRPr>
            </a:lvl5pPr>
            <a:lvl6pPr>
              <a:defRPr sz="1600"/>
            </a:lvl6pPr>
            <a:lvl7pPr>
              <a:defRPr sz="1600"/>
            </a:lvl7pPr>
            <a:lvl8pPr>
              <a:defRPr sz="1600"/>
            </a:lvl8pPr>
            <a:lvl9pPr>
              <a:defRPr sz="1600"/>
            </a:lvl9pPr>
          </a:lstStyle>
          <a:p>
            <a:pPr lvl="0"/>
            <a:r>
              <a:rPr lang="x-none" dirty="0"/>
              <a:t>Click to edit Master text styles</a:t>
            </a:r>
          </a:p>
          <a:p>
            <a:pPr lvl="1"/>
            <a:r>
              <a:rPr lang="x-none" dirty="0"/>
              <a:t>Second level</a:t>
            </a:r>
          </a:p>
          <a:p>
            <a:pPr lvl="2"/>
            <a:r>
              <a:rPr lang="x-none" dirty="0"/>
              <a:t>Third level</a:t>
            </a:r>
          </a:p>
          <a:p>
            <a:pPr lvl="3"/>
            <a:r>
              <a:rPr lang="x-none" dirty="0"/>
              <a:t>Fourth level</a:t>
            </a:r>
          </a:p>
          <a:p>
            <a:pPr lvl="4"/>
            <a:r>
              <a:rPr lang="x-none" dirty="0"/>
              <a:t>Fifth level</a:t>
            </a:r>
            <a:endParaRPr lang="en-US" dirty="0"/>
          </a:p>
        </p:txBody>
      </p:sp>
      <p:sp>
        <p:nvSpPr>
          <p:cNvPr id="6" name="Rectangle 20"/>
          <p:cNvSpPr/>
          <p:nvPr userDrawn="1"/>
        </p:nvSpPr>
        <p:spPr>
          <a:xfrm>
            <a:off x="765379" y="804779"/>
            <a:ext cx="72000" cy="284481"/>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118232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9" name="Espaço Reservado para Texto 8"/>
          <p:cNvSpPr>
            <a:spLocks noGrp="1"/>
          </p:cNvSpPr>
          <p:nvPr>
            <p:ph type="body" sz="quarter" idx="13"/>
          </p:nvPr>
        </p:nvSpPr>
        <p:spPr>
          <a:xfrm>
            <a:off x="3868103" y="1421810"/>
            <a:ext cx="4380748" cy="4873112"/>
          </a:xfrm>
        </p:spPr>
        <p:txBody>
          <a:bodyPr>
            <a:normAutofit/>
          </a:bodyPr>
          <a:lstStyle>
            <a:lvl1pPr marL="342900" indent="-342900">
              <a:buFont typeface="Wingdings" panose="05000000000000000000" pitchFamily="2" charset="2"/>
              <a:buChar char="§"/>
              <a:defRPr sz="1600">
                <a:latin typeface="Gotham-Book"/>
              </a:defRPr>
            </a:lvl1pPr>
            <a:lvl2pPr marL="800100" indent="-342900">
              <a:buFont typeface="Wingdings" panose="05000000000000000000" pitchFamily="2" charset="2"/>
              <a:buChar char="§"/>
              <a:defRPr sz="1600">
                <a:latin typeface="Gotham-Book"/>
              </a:defRPr>
            </a:lvl2pPr>
            <a:lvl3pPr marL="1257300" indent="-342900">
              <a:buFont typeface="Wingdings" panose="05000000000000000000" pitchFamily="2" charset="2"/>
              <a:buChar char="§"/>
              <a:defRPr sz="1600">
                <a:latin typeface="Gotham-Book"/>
              </a:defRPr>
            </a:lvl3pPr>
            <a:lvl4pPr marL="1714500" indent="-342900">
              <a:buFont typeface="Wingdings" panose="05000000000000000000" pitchFamily="2" charset="2"/>
              <a:buChar char="§"/>
              <a:defRPr sz="1600">
                <a:latin typeface="Gotham-Book"/>
              </a:defRPr>
            </a:lvl4pPr>
            <a:lvl5pPr marL="2171700" indent="-342900">
              <a:buFont typeface="Wingdings" panose="05000000000000000000" pitchFamily="2" charset="2"/>
              <a:buChar char="§"/>
              <a:defRPr sz="1600">
                <a:latin typeface="Gotham-Book"/>
              </a:defRPr>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pic>
        <p:nvPicPr>
          <p:cNvPr id="10" name="Picture 3" descr="caomputador.png"/>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297734" y="1421810"/>
            <a:ext cx="3062891" cy="2733630"/>
          </a:xfrm>
          <a:prstGeom prst="rect">
            <a:avLst/>
          </a:prstGeom>
        </p:spPr>
      </p:pic>
      <p:pic>
        <p:nvPicPr>
          <p:cNvPr id="11" name="Picture 4" descr="chicara.png"/>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rot="20276259">
            <a:off x="2055756" y="3444240"/>
            <a:ext cx="1559560" cy="1650015"/>
          </a:xfrm>
          <a:prstGeom prst="rect">
            <a:avLst/>
          </a:prstGeom>
        </p:spPr>
      </p:pic>
      <p:pic>
        <p:nvPicPr>
          <p:cNvPr id="12" name="Picture 6" descr="livros.png"/>
          <p:cNvPicPr>
            <a:picLocks noChangeAspect="1"/>
          </p:cNvPicPr>
          <p:nvPr userDrawn="1"/>
        </p:nvPicPr>
        <p:blipFill>
          <a:blip r:embed="rId4" cstate="email">
            <a:extLst>
              <a:ext uri="{28A0092B-C50C-407E-A947-70E740481C1C}">
                <a14:useLocalDpi xmlns:a14="http://schemas.microsoft.com/office/drawing/2010/main" val="0"/>
              </a:ext>
            </a:extLst>
          </a:blip>
          <a:stretch>
            <a:fillRect/>
          </a:stretch>
        </p:blipFill>
        <p:spPr>
          <a:xfrm rot="1687626">
            <a:off x="648591" y="4397170"/>
            <a:ext cx="2064240" cy="1700934"/>
          </a:xfrm>
          <a:prstGeom prst="rect">
            <a:avLst/>
          </a:prstGeom>
        </p:spPr>
      </p:pic>
      <p:sp>
        <p:nvSpPr>
          <p:cNvPr id="13" name="TextBox 12"/>
          <p:cNvSpPr txBox="1"/>
          <p:nvPr userDrawn="1"/>
        </p:nvSpPr>
        <p:spPr>
          <a:xfrm>
            <a:off x="947123" y="736043"/>
            <a:ext cx="6801557" cy="487313"/>
          </a:xfrm>
          <a:prstGeom prst="rect">
            <a:avLst/>
          </a:prstGeom>
          <a:noFill/>
        </p:spPr>
        <p:txBody>
          <a:bodyPr wrap="square" rtlCol="0">
            <a:spAutoFit/>
          </a:bodyPr>
          <a:lstStyle/>
          <a:p>
            <a:pPr>
              <a:lnSpc>
                <a:spcPct val="90000"/>
              </a:lnSpc>
            </a:pPr>
            <a:r>
              <a:rPr lang="en-US" sz="2800" b="1" dirty="0">
                <a:solidFill>
                  <a:srgbClr val="303030"/>
                </a:solidFill>
                <a:latin typeface="Gotham HTF" pitchFamily="2" charset="0"/>
                <a:cs typeface="Gotham-Bold"/>
              </a:rPr>
              <a:t>REFERÊNCIAS</a:t>
            </a:r>
            <a:endParaRPr lang="en-US" sz="2800" b="1" dirty="0">
              <a:solidFill>
                <a:srgbClr val="303030"/>
              </a:solidFill>
              <a:latin typeface="Gotham HTF" pitchFamily="2" charset="0"/>
              <a:cs typeface="Gotham-Book"/>
            </a:endParaRPr>
          </a:p>
        </p:txBody>
      </p:sp>
      <p:sp>
        <p:nvSpPr>
          <p:cNvPr id="8" name="Rectangle 20"/>
          <p:cNvSpPr/>
          <p:nvPr userDrawn="1"/>
        </p:nvSpPr>
        <p:spPr>
          <a:xfrm>
            <a:off x="765379" y="804779"/>
            <a:ext cx="72000" cy="284481"/>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143957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914400" y="740277"/>
            <a:ext cx="7469188" cy="471234"/>
          </a:xfrm>
        </p:spPr>
        <p:txBody>
          <a:bodyPr>
            <a:normAutofit/>
          </a:bodyPr>
          <a:lstStyle>
            <a:lvl1pPr algn="l">
              <a:defRPr sz="2800" b="1">
                <a:latin typeface="Gotham HTF" pitchFamily="2" charset="0"/>
              </a:defRPr>
            </a:lvl1pPr>
          </a:lstStyle>
          <a:p>
            <a:r>
              <a:rPr lang="x-none" dirty="0"/>
              <a:t>CLICK TO EDIT MASTER TITLE STYLE</a:t>
            </a:r>
            <a:endParaRPr lang="en-US" dirty="0"/>
          </a:p>
        </p:txBody>
      </p:sp>
      <p:sp>
        <p:nvSpPr>
          <p:cNvPr id="8" name="Content Placeholder 3"/>
          <p:cNvSpPr>
            <a:spLocks noGrp="1"/>
          </p:cNvSpPr>
          <p:nvPr>
            <p:ph sz="half" idx="2"/>
          </p:nvPr>
        </p:nvSpPr>
        <p:spPr>
          <a:xfrm>
            <a:off x="914400" y="4677443"/>
            <a:ext cx="7469188" cy="1251719"/>
          </a:xfrm>
        </p:spPr>
        <p:txBody>
          <a:bodyPr>
            <a:normAutofit/>
          </a:bodyPr>
          <a:lstStyle>
            <a:lvl1pPr>
              <a:buFont typeface="Wingdings" panose="05000000000000000000" pitchFamily="2" charset="2"/>
              <a:buChar char="§"/>
              <a:defRPr sz="1200">
                <a:latin typeface="Gotham-Book"/>
              </a:defRPr>
            </a:lvl1pPr>
            <a:lvl2pPr>
              <a:buFont typeface="Wingdings" panose="05000000000000000000" pitchFamily="2" charset="2"/>
              <a:buChar char="§"/>
              <a:defRPr sz="1200">
                <a:latin typeface="Gotham-Book"/>
              </a:defRPr>
            </a:lvl2pPr>
            <a:lvl3pPr>
              <a:buFont typeface="Wingdings" panose="05000000000000000000" pitchFamily="2" charset="2"/>
              <a:buChar char="§"/>
              <a:defRPr sz="1200">
                <a:latin typeface="Gotham-Book"/>
              </a:defRPr>
            </a:lvl3pPr>
            <a:lvl4pPr>
              <a:buFont typeface="Wingdings" panose="05000000000000000000" pitchFamily="2" charset="2"/>
              <a:buChar char="§"/>
              <a:defRPr sz="1200">
                <a:latin typeface="Gotham-Book"/>
              </a:defRPr>
            </a:lvl4pPr>
            <a:lvl5pPr>
              <a:buFont typeface="Wingdings" panose="05000000000000000000" pitchFamily="2" charset="2"/>
              <a:buChar char="§"/>
              <a:defRPr sz="1200">
                <a:latin typeface="Gotham-Book"/>
              </a:defRPr>
            </a:lvl5pPr>
            <a:lvl6pPr>
              <a:defRPr sz="1600"/>
            </a:lvl6pPr>
            <a:lvl7pPr>
              <a:defRPr sz="1600"/>
            </a:lvl7pPr>
            <a:lvl8pPr>
              <a:defRPr sz="1600"/>
            </a:lvl8pPr>
            <a:lvl9pPr>
              <a:defRPr sz="1600"/>
            </a:lvl9p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10" name="Espaço Reservado para Tabela 9"/>
          <p:cNvSpPr>
            <a:spLocks noGrp="1"/>
          </p:cNvSpPr>
          <p:nvPr>
            <p:ph type="tbl" sz="quarter" idx="13"/>
          </p:nvPr>
        </p:nvSpPr>
        <p:spPr>
          <a:xfrm>
            <a:off x="914400" y="1568450"/>
            <a:ext cx="7469188" cy="2589213"/>
          </a:xfrm>
        </p:spPr>
        <p:txBody>
          <a:bodyPr>
            <a:normAutofit/>
          </a:bodyPr>
          <a:lstStyle>
            <a:lvl1pPr>
              <a:defRPr sz="1200">
                <a:latin typeface="Gotham HTF Book" pitchFamily="2" charset="0"/>
              </a:defRPr>
            </a:lvl1pPr>
          </a:lstStyle>
          <a:p>
            <a:endParaRPr lang="pt-BR" dirty="0"/>
          </a:p>
        </p:txBody>
      </p:sp>
      <p:sp>
        <p:nvSpPr>
          <p:cNvPr id="7" name="Rectangle 20"/>
          <p:cNvSpPr/>
          <p:nvPr userDrawn="1"/>
        </p:nvSpPr>
        <p:spPr>
          <a:xfrm>
            <a:off x="765379" y="804779"/>
            <a:ext cx="72000" cy="284481"/>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246296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12" name="Title 1"/>
          <p:cNvSpPr>
            <a:spLocks noGrp="1"/>
          </p:cNvSpPr>
          <p:nvPr>
            <p:ph type="title" hasCustomPrompt="1"/>
          </p:nvPr>
        </p:nvSpPr>
        <p:spPr>
          <a:xfrm>
            <a:off x="914399" y="721027"/>
            <a:ext cx="7305575" cy="471234"/>
          </a:xfrm>
        </p:spPr>
        <p:txBody>
          <a:bodyPr>
            <a:normAutofit/>
          </a:bodyPr>
          <a:lstStyle>
            <a:lvl1pPr algn="l">
              <a:defRPr sz="2800" b="1">
                <a:latin typeface="Gotham HTF" pitchFamily="2" charset="0"/>
              </a:defRPr>
            </a:lvl1pPr>
          </a:lstStyle>
          <a:p>
            <a:r>
              <a:rPr lang="x-none" dirty="0"/>
              <a:t>CLICK TO EDIT MASTER TITLE STYLE</a:t>
            </a:r>
            <a:endParaRPr lang="en-US" dirty="0"/>
          </a:p>
        </p:txBody>
      </p:sp>
      <p:sp>
        <p:nvSpPr>
          <p:cNvPr id="4" name="Rectangle 20"/>
          <p:cNvSpPr/>
          <p:nvPr userDrawn="1"/>
        </p:nvSpPr>
        <p:spPr>
          <a:xfrm>
            <a:off x="765379" y="804779"/>
            <a:ext cx="72000" cy="284481"/>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873397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Tree>
    <p:extLst>
      <p:ext uri="{BB962C8B-B14F-4D97-AF65-F5344CB8AC3E}">
        <p14:creationId xmlns:p14="http://schemas.microsoft.com/office/powerpoint/2010/main" val="5037524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a:xfrm>
            <a:off x="628650" y="365125"/>
            <a:ext cx="7886700" cy="1325563"/>
          </a:xfrm>
          <a:prstGeom prst="rect">
            <a:avLst/>
          </a:prstGeom>
        </p:spPr>
        <p:txBody>
          <a:bodyPr/>
          <a:lstStyle/>
          <a:p>
            <a:r>
              <a:rPr lang="pt-BR"/>
              <a:t>Clique para editar o título mestre</a:t>
            </a:r>
          </a:p>
        </p:txBody>
      </p:sp>
      <p:sp>
        <p:nvSpPr>
          <p:cNvPr id="3" name="Espaço Reservado para Conteúdo 2"/>
          <p:cNvSpPr>
            <a:spLocks noGrp="1"/>
          </p:cNvSpPr>
          <p:nvPr>
            <p:ph idx="1"/>
          </p:nvPr>
        </p:nvSpPr>
        <p:spPr>
          <a:xfrm>
            <a:off x="628650" y="1825625"/>
            <a:ext cx="7886700" cy="4351338"/>
          </a:xfrm>
          <a:prstGeom prst="rect">
            <a:avLst/>
          </a:prstGeo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Tree>
    <p:extLst>
      <p:ext uri="{BB962C8B-B14F-4D97-AF65-F5344CB8AC3E}">
        <p14:creationId xmlns:p14="http://schemas.microsoft.com/office/powerpoint/2010/main" val="38376279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lide de título">
    <p:spTree>
      <p:nvGrpSpPr>
        <p:cNvPr id="1" name=""/>
        <p:cNvGrpSpPr/>
        <p:nvPr/>
      </p:nvGrpSpPr>
      <p:grpSpPr>
        <a:xfrm>
          <a:off x="0" y="0"/>
          <a:ext cx="0" cy="0"/>
          <a:chOff x="0" y="0"/>
          <a:chExt cx="0" cy="0"/>
        </a:xfrm>
      </p:grpSpPr>
      <p:sp>
        <p:nvSpPr>
          <p:cNvPr id="9" name="Espaço Reservado para Título 11"/>
          <p:cNvSpPr>
            <a:spLocks noGrp="1"/>
          </p:cNvSpPr>
          <p:nvPr>
            <p:ph type="title" hasCustomPrompt="1"/>
          </p:nvPr>
        </p:nvSpPr>
        <p:spPr>
          <a:xfrm>
            <a:off x="628650" y="2766219"/>
            <a:ext cx="7886700" cy="1325563"/>
          </a:xfrm>
          <a:prstGeom prst="rect">
            <a:avLst/>
          </a:prstGeom>
        </p:spPr>
        <p:txBody>
          <a:bodyPr vert="horz" lIns="91440" tIns="45720" rIns="91440" bIns="45720" rtlCol="0" anchor="ctr">
            <a:normAutofit/>
          </a:bodyPr>
          <a:lstStyle>
            <a:lvl1pPr marL="0" indent="0">
              <a:buFont typeface="+mj-lt"/>
              <a:buNone/>
              <a:defRPr>
                <a:latin typeface="Gotham HTF" pitchFamily="2" charset="0"/>
              </a:defRPr>
            </a:lvl1pPr>
          </a:lstStyle>
          <a:p>
            <a:r>
              <a:rPr lang="pt-BR" dirty="0"/>
              <a:t>CLIQUE PARA EDITAR O TÍTULO MESTRE</a:t>
            </a:r>
          </a:p>
        </p:txBody>
      </p:sp>
    </p:spTree>
    <p:extLst>
      <p:ext uri="{BB962C8B-B14F-4D97-AF65-F5344CB8AC3E}">
        <p14:creationId xmlns:p14="http://schemas.microsoft.com/office/powerpoint/2010/main" val="1115298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ayout Personalizado">
    <p:spTree>
      <p:nvGrpSpPr>
        <p:cNvPr id="1" name=""/>
        <p:cNvGrpSpPr/>
        <p:nvPr/>
      </p:nvGrpSpPr>
      <p:grpSpPr>
        <a:xfrm>
          <a:off x="0" y="0"/>
          <a:ext cx="0" cy="0"/>
          <a:chOff x="0" y="0"/>
          <a:chExt cx="0" cy="0"/>
        </a:xfrm>
      </p:grpSpPr>
    </p:spTree>
    <p:extLst>
      <p:ext uri="{BB962C8B-B14F-4D97-AF65-F5344CB8AC3E}">
        <p14:creationId xmlns:p14="http://schemas.microsoft.com/office/powerpoint/2010/main" val="44337744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2.xml"/><Relationship Id="rId4" Type="http://schemas.openxmlformats.org/officeDocument/2006/relationships/image" Target="../media/image3.emf"/></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image" Target="../media/image3.emf"/><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theme" Target="../theme/theme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theme" Target="../theme/theme4.xml"/><Relationship Id="rId1" Type="http://schemas.openxmlformats.org/officeDocument/2006/relationships/slideLayout" Target="../slideLayouts/slideLayout13.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theme" Target="../theme/theme5.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pic>
        <p:nvPicPr>
          <p:cNvPr id="7" name="Picture 2"/>
          <p:cNvPicPr>
            <a:picLocks noChangeAspect="1"/>
          </p:cNvPicPr>
          <p:nvPr userDrawn="1"/>
        </p:nvPicPr>
        <p:blipFill>
          <a:blip r:embed="rId3"/>
          <a:stretch>
            <a:fillRect/>
          </a:stretch>
        </p:blipFill>
        <p:spPr>
          <a:xfrm>
            <a:off x="1674039" y="3081534"/>
            <a:ext cx="5783223" cy="682232"/>
          </a:xfrm>
          <a:prstGeom prst="rect">
            <a:avLst/>
          </a:prstGeom>
        </p:spPr>
      </p:pic>
    </p:spTree>
  </p:cSld>
  <p:clrMap bg1="lt1" tx1="dk1" bg2="lt2" tx2="dk2" accent1="accent1" accent2="accent2" accent3="accent3" accent4="accent4" accent5="accent5" accent6="accent6" hlink="hlink" folHlink="folHlink"/>
  <p:sldLayoutIdLst>
    <p:sldLayoutId id="2147483667"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5" name="Picture 4"/>
          <p:cNvPicPr>
            <a:picLocks noChangeAspect="1"/>
          </p:cNvPicPr>
          <p:nvPr userDrawn="1"/>
        </p:nvPicPr>
        <p:blipFill rotWithShape="1">
          <a:blip r:embed="rId3"/>
          <a:srcRect l="21776" r="21704"/>
          <a:stretch/>
        </p:blipFill>
        <p:spPr>
          <a:xfrm>
            <a:off x="1" y="2615134"/>
            <a:ext cx="9155650" cy="2789855"/>
          </a:xfrm>
          <a:prstGeom prst="rect">
            <a:avLst/>
          </a:prstGeom>
        </p:spPr>
      </p:pic>
      <p:sp>
        <p:nvSpPr>
          <p:cNvPr id="13" name="Rectangle 3"/>
          <p:cNvSpPr/>
          <p:nvPr userDrawn="1"/>
        </p:nvSpPr>
        <p:spPr>
          <a:xfrm>
            <a:off x="8365985" y="6141017"/>
            <a:ext cx="789666" cy="410186"/>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sp>
        <p:nvSpPr>
          <p:cNvPr id="8" name="Rectangle 1"/>
          <p:cNvSpPr/>
          <p:nvPr userDrawn="1"/>
        </p:nvSpPr>
        <p:spPr>
          <a:xfrm>
            <a:off x="0" y="0"/>
            <a:ext cx="9144000" cy="78757"/>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0" name="Picture 18"/>
          <p:cNvPicPr>
            <a:picLocks noChangeAspect="1"/>
          </p:cNvPicPr>
          <p:nvPr userDrawn="1"/>
        </p:nvPicPr>
        <p:blipFill>
          <a:blip r:embed="rId4"/>
          <a:stretch>
            <a:fillRect/>
          </a:stretch>
        </p:blipFill>
        <p:spPr>
          <a:xfrm>
            <a:off x="7829017" y="329329"/>
            <a:ext cx="997107" cy="272893"/>
          </a:xfrm>
          <a:prstGeom prst="rect">
            <a:avLst/>
          </a:prstGeom>
        </p:spPr>
      </p:pic>
      <p:sp>
        <p:nvSpPr>
          <p:cNvPr id="11" name="Rectangle 22"/>
          <p:cNvSpPr/>
          <p:nvPr userDrawn="1"/>
        </p:nvSpPr>
        <p:spPr>
          <a:xfrm flipH="1">
            <a:off x="759004" y="3423920"/>
            <a:ext cx="45719" cy="1290320"/>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TextBox 15"/>
          <p:cNvSpPr txBox="1"/>
          <p:nvPr userDrawn="1"/>
        </p:nvSpPr>
        <p:spPr>
          <a:xfrm>
            <a:off x="1011882" y="3341906"/>
            <a:ext cx="7166918" cy="535531"/>
          </a:xfrm>
          <a:prstGeom prst="rect">
            <a:avLst/>
          </a:prstGeom>
          <a:noFill/>
        </p:spPr>
        <p:txBody>
          <a:bodyPr wrap="square" rtlCol="0">
            <a:spAutoFit/>
          </a:bodyPr>
          <a:lstStyle/>
          <a:p>
            <a:pPr>
              <a:lnSpc>
                <a:spcPct val="90000"/>
              </a:lnSpc>
            </a:pPr>
            <a:r>
              <a:rPr lang="en-US" sz="3200" b="1" dirty="0">
                <a:solidFill>
                  <a:srgbClr val="FFFFFF"/>
                </a:solidFill>
                <a:latin typeface="Gotham HTF" pitchFamily="2" charset="0"/>
                <a:cs typeface="Gotham-Bold"/>
              </a:rPr>
              <a:t>ENGENHARIA</a:t>
            </a:r>
            <a:r>
              <a:rPr lang="en-US" sz="3200" b="1" baseline="0" dirty="0">
                <a:solidFill>
                  <a:srgbClr val="FFFFFF"/>
                </a:solidFill>
                <a:latin typeface="Gotham HTF" pitchFamily="2" charset="0"/>
                <a:cs typeface="Gotham-Bold"/>
              </a:rPr>
              <a:t> DE COMPUTAÇÃO</a:t>
            </a:r>
            <a:endParaRPr lang="en-US" sz="3200" b="1" dirty="0">
              <a:solidFill>
                <a:srgbClr val="FFFFFF"/>
              </a:solidFill>
              <a:latin typeface="Gotham HTF" pitchFamily="2" charset="0"/>
              <a:cs typeface="Gotham-Bold"/>
            </a:endParaRPr>
          </a:p>
        </p:txBody>
      </p:sp>
      <p:sp>
        <p:nvSpPr>
          <p:cNvPr id="17" name="Rectangle 28"/>
          <p:cNvSpPr>
            <a:spLocks noChangeArrowheads="1"/>
          </p:cNvSpPr>
          <p:nvPr userDrawn="1"/>
        </p:nvSpPr>
        <p:spPr bwMode="auto">
          <a:xfrm>
            <a:off x="8377119" y="6199266"/>
            <a:ext cx="439223" cy="277641"/>
          </a:xfrm>
          <a:prstGeom prst="rect">
            <a:avLst/>
          </a:prstGeom>
          <a:noFill/>
          <a:ln w="9525">
            <a:noFill/>
            <a:miter lim="800000"/>
            <a:headEnd/>
            <a:tailEnd/>
          </a:ln>
          <a:effectLst/>
        </p:spPr>
        <p:txBody>
          <a:bodyPr wrap="none" lIns="92075" tIns="46038" rIns="92075" bIns="46038">
            <a:spAutoFit/>
          </a:bodyPr>
          <a:lstStyle/>
          <a:p>
            <a:pPr algn="ctr">
              <a:defRPr/>
            </a:pPr>
            <a:fld id="{8F7506AB-1D79-4CD0-8D2E-1AD89BACC529}" type="slidenum">
              <a:rPr lang="en-US" sz="1200" b="1" i="0">
                <a:solidFill>
                  <a:schemeClr val="bg1"/>
                </a:solidFill>
                <a:latin typeface="Gotham-Bold"/>
              </a:rPr>
              <a:pPr algn="ctr">
                <a:defRPr/>
              </a:pPr>
              <a:t>‹nº›</a:t>
            </a:fld>
            <a:endParaRPr lang="en-US" sz="1200" b="1" i="0" dirty="0">
              <a:solidFill>
                <a:schemeClr val="bg1"/>
              </a:solidFill>
              <a:latin typeface="Gotham-Bold"/>
            </a:endParaRPr>
          </a:p>
        </p:txBody>
      </p:sp>
    </p:spTree>
  </p:cSld>
  <p:clrMap bg1="lt1" tx1="dk1" bg2="lt2" tx2="dk2" accent1="accent1" accent2="accent2" accent3="accent3" accent4="accent4" accent5="accent5" accent6="accent6" hlink="hlink" folHlink="folHlink"/>
  <p:sldLayoutIdLst>
    <p:sldLayoutId id="2147483663"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spcBef>
          <a:spcPct val="20000"/>
        </a:spcBef>
        <a:buFont typeface="Arial" pitchFamily="34" charset="0"/>
        <a:buNone/>
        <a:defRPr sz="3200" kern="1200">
          <a:solidFill>
            <a:schemeClr val="bg1"/>
          </a:solidFill>
          <a:latin typeface="Gotham-Bold"/>
          <a:ea typeface="+mn-ea"/>
          <a:cs typeface="+mn-cs"/>
        </a:defRPr>
      </a:lvl1pPr>
      <a:lvl2pPr marL="457200" indent="0" algn="l" defTabSz="914400" rtl="0" eaLnBrk="1" latinLnBrk="0" hangingPunct="1">
        <a:spcBef>
          <a:spcPct val="20000"/>
        </a:spcBef>
        <a:buFont typeface="Arial" pitchFamily="34" charset="0"/>
        <a:buNone/>
        <a:defRPr sz="2200" kern="1200">
          <a:solidFill>
            <a:schemeClr val="bg1"/>
          </a:solidFill>
          <a:latin typeface="Gotham-Book"/>
          <a:ea typeface="+mn-ea"/>
          <a:cs typeface="+mn-cs"/>
        </a:defRPr>
      </a:lvl2pPr>
      <a:lvl3pPr marL="914400" indent="0" algn="l" defTabSz="914400" rtl="0" eaLnBrk="1" latinLnBrk="0" hangingPunct="1">
        <a:spcBef>
          <a:spcPct val="20000"/>
        </a:spcBef>
        <a:buFont typeface="Arial" pitchFamily="34" charset="0"/>
        <a:buNone/>
        <a:defRPr sz="2200" kern="1200">
          <a:solidFill>
            <a:schemeClr val="bg1"/>
          </a:solidFill>
          <a:latin typeface="Gotham-Book"/>
          <a:ea typeface="+mn-ea"/>
          <a:cs typeface="+mn-cs"/>
        </a:defRPr>
      </a:lvl3pPr>
      <a:lvl4pPr marL="1600200" indent="-228600" algn="l" defTabSz="914400" rtl="0" eaLnBrk="1" latinLnBrk="0" hangingPunct="1">
        <a:spcBef>
          <a:spcPct val="20000"/>
        </a:spcBef>
        <a:buFont typeface="Arial" pitchFamily="34" charset="0"/>
        <a:buChar char="–"/>
        <a:defRPr sz="2200" kern="1200">
          <a:solidFill>
            <a:schemeClr val="bg1"/>
          </a:solidFill>
          <a:latin typeface="Gotham-Book"/>
          <a:ea typeface="+mn-ea"/>
          <a:cs typeface="+mn-cs"/>
        </a:defRPr>
      </a:lvl4pPr>
      <a:lvl5pPr marL="2057400" indent="-228600" algn="l" defTabSz="914400" rtl="0" eaLnBrk="1" latinLnBrk="0" hangingPunct="1">
        <a:spcBef>
          <a:spcPct val="20000"/>
        </a:spcBef>
        <a:buFont typeface="Arial" pitchFamily="34" charset="0"/>
        <a:buChar char="»"/>
        <a:defRPr sz="2200" kern="1200">
          <a:solidFill>
            <a:schemeClr val="bg1"/>
          </a:solidFill>
          <a:latin typeface="Gotham-Book"/>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33652" y="697656"/>
            <a:ext cx="7443468" cy="585229"/>
          </a:xfrm>
          <a:prstGeom prst="rect">
            <a:avLst/>
          </a:prstGeom>
        </p:spPr>
        <p:txBody>
          <a:bodyPr vert="horz" lIns="91440" tIns="45720" rIns="91440" bIns="45720" rtlCol="0" anchor="ctr">
            <a:normAutofit/>
          </a:bodyPr>
          <a:lstStyle/>
          <a:p>
            <a:r>
              <a:rPr lang="x-none" dirty="0"/>
              <a:t>CLICK TO EDIT MASTER TITLE STYLE</a:t>
            </a:r>
            <a:endParaRPr lang="en-US" dirty="0"/>
          </a:p>
        </p:txBody>
      </p:sp>
      <p:sp>
        <p:nvSpPr>
          <p:cNvPr id="3" name="Text Placeholder 2"/>
          <p:cNvSpPr>
            <a:spLocks noGrp="1"/>
          </p:cNvSpPr>
          <p:nvPr>
            <p:ph type="body" idx="1"/>
          </p:nvPr>
        </p:nvSpPr>
        <p:spPr>
          <a:xfrm>
            <a:off x="933651" y="1600200"/>
            <a:ext cx="7443468" cy="4525963"/>
          </a:xfrm>
          <a:prstGeom prst="rect">
            <a:avLst/>
          </a:prstGeom>
        </p:spPr>
        <p:txBody>
          <a:bodyPr vert="horz" lIns="91440" tIns="45720" rIns="91440" bIns="45720" rtlCol="0">
            <a:normAutofit/>
          </a:bodyPr>
          <a:lstStyle/>
          <a:p>
            <a:pPr lvl="0"/>
            <a:r>
              <a:rPr lang="x-none" dirty="0"/>
              <a:t>Click to edit Master text styles</a:t>
            </a:r>
          </a:p>
          <a:p>
            <a:pPr lvl="1"/>
            <a:r>
              <a:rPr lang="x-none" dirty="0"/>
              <a:t>Second level</a:t>
            </a:r>
          </a:p>
          <a:p>
            <a:pPr lvl="2"/>
            <a:r>
              <a:rPr lang="x-none" dirty="0"/>
              <a:t>Third level</a:t>
            </a:r>
          </a:p>
          <a:p>
            <a:pPr lvl="3"/>
            <a:r>
              <a:rPr lang="x-none" dirty="0"/>
              <a:t>Fourth level</a:t>
            </a:r>
          </a:p>
          <a:p>
            <a:pPr lvl="4"/>
            <a:r>
              <a:rPr lang="x-none" dirty="0"/>
              <a:t>Fifth level</a:t>
            </a:r>
            <a:endParaRPr lang="en-US" dirty="0"/>
          </a:p>
        </p:txBody>
      </p:sp>
      <p:sp>
        <p:nvSpPr>
          <p:cNvPr id="15" name="Rectangle 14"/>
          <p:cNvSpPr/>
          <p:nvPr userDrawn="1"/>
        </p:nvSpPr>
        <p:spPr>
          <a:xfrm>
            <a:off x="0" y="0"/>
            <a:ext cx="9144000" cy="78757"/>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6" name="Picture 17"/>
          <p:cNvPicPr>
            <a:picLocks noChangeAspect="1"/>
          </p:cNvPicPr>
          <p:nvPr userDrawn="1"/>
        </p:nvPicPr>
        <p:blipFill>
          <a:blip r:embed="rId12"/>
          <a:stretch>
            <a:fillRect/>
          </a:stretch>
        </p:blipFill>
        <p:spPr>
          <a:xfrm>
            <a:off x="7829017" y="329329"/>
            <a:ext cx="997107" cy="272893"/>
          </a:xfrm>
          <a:prstGeom prst="rect">
            <a:avLst/>
          </a:prstGeom>
        </p:spPr>
      </p:pic>
      <p:sp>
        <p:nvSpPr>
          <p:cNvPr id="19" name="Rectangle 11"/>
          <p:cNvSpPr/>
          <p:nvPr userDrawn="1"/>
        </p:nvSpPr>
        <p:spPr>
          <a:xfrm>
            <a:off x="8365985" y="6141017"/>
            <a:ext cx="789666" cy="410186"/>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28"/>
          <p:cNvSpPr>
            <a:spLocks noChangeArrowheads="1"/>
          </p:cNvSpPr>
          <p:nvPr userDrawn="1"/>
        </p:nvSpPr>
        <p:spPr bwMode="auto">
          <a:xfrm>
            <a:off x="8377119" y="6199266"/>
            <a:ext cx="439223" cy="277641"/>
          </a:xfrm>
          <a:prstGeom prst="rect">
            <a:avLst/>
          </a:prstGeom>
          <a:noFill/>
          <a:ln w="9525">
            <a:noFill/>
            <a:miter lim="800000"/>
            <a:headEnd/>
            <a:tailEnd/>
          </a:ln>
          <a:effectLst/>
        </p:spPr>
        <p:txBody>
          <a:bodyPr wrap="none" lIns="92075" tIns="46038" rIns="92075" bIns="46038">
            <a:spAutoFit/>
          </a:bodyPr>
          <a:lstStyle/>
          <a:p>
            <a:pPr algn="ctr">
              <a:defRPr/>
            </a:pPr>
            <a:fld id="{8F7506AB-1D79-4CD0-8D2E-1AD89BACC529}" type="slidenum">
              <a:rPr lang="en-US" sz="1200" b="1" i="0">
                <a:solidFill>
                  <a:schemeClr val="bg1"/>
                </a:solidFill>
                <a:latin typeface="Gotham-Bold"/>
              </a:rPr>
              <a:pPr algn="ctr">
                <a:defRPr/>
              </a:pPr>
              <a:t>‹nº›</a:t>
            </a:fld>
            <a:endParaRPr lang="en-US" sz="1200" b="1" i="0" dirty="0">
              <a:solidFill>
                <a:schemeClr val="bg1"/>
              </a:solidFill>
              <a:latin typeface="Gotham-Bold"/>
            </a:endParaRPr>
          </a:p>
        </p:txBody>
      </p:sp>
      <p:sp>
        <p:nvSpPr>
          <p:cNvPr id="11" name="Rectangle 20"/>
          <p:cNvSpPr/>
          <p:nvPr userDrawn="1"/>
        </p:nvSpPr>
        <p:spPr>
          <a:xfrm>
            <a:off x="765379" y="843279"/>
            <a:ext cx="72000" cy="284481"/>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71062211"/>
      </p:ext>
    </p:extLst>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53" r:id="rId10"/>
  </p:sldLayoutIdLst>
  <p:hf hdr="0" ftr="0" dt="0"/>
  <p:txStyles>
    <p:titleStyle>
      <a:lvl1pPr algn="l" defTabSz="457200" rtl="0" eaLnBrk="1" latinLnBrk="0" hangingPunct="1">
        <a:spcBef>
          <a:spcPct val="0"/>
        </a:spcBef>
        <a:buNone/>
        <a:defRPr sz="2800" b="1" kern="1200">
          <a:solidFill>
            <a:schemeClr val="tx1"/>
          </a:solidFill>
          <a:latin typeface="Gotham HTF" pitchFamily="2" charset="0"/>
          <a:ea typeface="+mj-ea"/>
          <a:cs typeface="+mj-cs"/>
        </a:defRPr>
      </a:lvl1pPr>
    </p:titleStyle>
    <p:bodyStyle>
      <a:lvl1pPr marL="342900" indent="-342900" algn="l" defTabSz="457200" rtl="0" eaLnBrk="1" latinLnBrk="0" hangingPunct="1">
        <a:spcBef>
          <a:spcPct val="20000"/>
        </a:spcBef>
        <a:buFont typeface="Wingdings" panose="05000000000000000000" pitchFamily="2" charset="2"/>
        <a:buChar char="§"/>
        <a:defRPr sz="2800" kern="1200">
          <a:solidFill>
            <a:schemeClr val="tx1"/>
          </a:solidFill>
          <a:latin typeface="Gotham HTF Book" pitchFamily="2"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otham HTF Book" pitchFamily="2" charset="0"/>
          <a:ea typeface="+mn-ea"/>
          <a:cs typeface="+mn-cs"/>
        </a:defRPr>
      </a:lvl2pPr>
      <a:lvl3pPr marL="1257300" indent="-342900" algn="l" defTabSz="457200" rtl="0" eaLnBrk="1" latinLnBrk="0" hangingPunct="1">
        <a:spcBef>
          <a:spcPct val="20000"/>
        </a:spcBef>
        <a:buFont typeface="Wingdings" panose="05000000000000000000" pitchFamily="2" charset="2"/>
        <a:buChar char="§"/>
        <a:defRPr sz="2000" kern="1200">
          <a:solidFill>
            <a:schemeClr val="tx1"/>
          </a:solidFill>
          <a:latin typeface="Gotham HTF Book" pitchFamily="2"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otham HTF Book" pitchFamily="2"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otham HTF Book" pitchFamily="2" charset="0"/>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pic>
        <p:nvPicPr>
          <p:cNvPr id="8" name="Picture 15"/>
          <p:cNvPicPr>
            <a:picLocks noChangeAspect="1"/>
          </p:cNvPicPr>
          <p:nvPr userDrawn="1"/>
        </p:nvPicPr>
        <p:blipFill>
          <a:blip r:embed="rId3"/>
          <a:stretch>
            <a:fillRect/>
          </a:stretch>
        </p:blipFill>
        <p:spPr>
          <a:xfrm>
            <a:off x="7837508" y="333716"/>
            <a:ext cx="975616" cy="267011"/>
          </a:xfrm>
          <a:prstGeom prst="rect">
            <a:avLst/>
          </a:prstGeom>
        </p:spPr>
      </p:pic>
      <p:sp>
        <p:nvSpPr>
          <p:cNvPr id="9" name="Rectangle 5"/>
          <p:cNvSpPr/>
          <p:nvPr userDrawn="1"/>
        </p:nvSpPr>
        <p:spPr>
          <a:xfrm>
            <a:off x="0" y="0"/>
            <a:ext cx="9144000" cy="78757"/>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11"/>
          <p:cNvSpPr/>
          <p:nvPr userDrawn="1"/>
        </p:nvSpPr>
        <p:spPr>
          <a:xfrm>
            <a:off x="8365985" y="6141017"/>
            <a:ext cx="789666" cy="410186"/>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28"/>
          <p:cNvSpPr>
            <a:spLocks noChangeArrowheads="1"/>
          </p:cNvSpPr>
          <p:nvPr userDrawn="1"/>
        </p:nvSpPr>
        <p:spPr bwMode="auto">
          <a:xfrm>
            <a:off x="8377119" y="6199266"/>
            <a:ext cx="439223" cy="277641"/>
          </a:xfrm>
          <a:prstGeom prst="rect">
            <a:avLst/>
          </a:prstGeom>
          <a:noFill/>
          <a:ln w="9525">
            <a:noFill/>
            <a:miter lim="800000"/>
            <a:headEnd/>
            <a:tailEnd/>
          </a:ln>
          <a:effectLst/>
        </p:spPr>
        <p:txBody>
          <a:bodyPr wrap="none" lIns="92075" tIns="46038" rIns="92075" bIns="46038">
            <a:spAutoFit/>
          </a:bodyPr>
          <a:lstStyle/>
          <a:p>
            <a:pPr algn="ctr">
              <a:defRPr/>
            </a:pPr>
            <a:fld id="{8F7506AB-1D79-4CD0-8D2E-1AD89BACC529}" type="slidenum">
              <a:rPr lang="en-US" sz="1200" b="1" i="0">
                <a:solidFill>
                  <a:schemeClr val="bg1"/>
                </a:solidFill>
                <a:latin typeface="Gotham-Bold"/>
              </a:rPr>
              <a:pPr algn="ctr">
                <a:defRPr/>
              </a:pPr>
              <a:t>‹nº›</a:t>
            </a:fld>
            <a:endParaRPr lang="en-US" sz="1200" b="1" i="0" dirty="0">
              <a:solidFill>
                <a:schemeClr val="bg1"/>
              </a:solidFill>
              <a:latin typeface="Gotham-Bold"/>
            </a:endParaRPr>
          </a:p>
        </p:txBody>
      </p:sp>
      <p:sp>
        <p:nvSpPr>
          <p:cNvPr id="12" name="Espaço Reservado para Título 11"/>
          <p:cNvSpPr>
            <a:spLocks noGrp="1"/>
          </p:cNvSpPr>
          <p:nvPr>
            <p:ph type="title"/>
          </p:nvPr>
        </p:nvSpPr>
        <p:spPr>
          <a:xfrm>
            <a:off x="628650" y="2766219"/>
            <a:ext cx="7886700" cy="1325563"/>
          </a:xfrm>
          <a:prstGeom prst="rect">
            <a:avLst/>
          </a:prstGeom>
        </p:spPr>
        <p:txBody>
          <a:bodyPr vert="horz" lIns="91440" tIns="45720" rIns="91440" bIns="45720" rtlCol="0" anchor="ctr">
            <a:normAutofit/>
          </a:bodyPr>
          <a:lstStyle/>
          <a:p>
            <a:r>
              <a:rPr lang="pt-BR"/>
              <a:t>Clique para editar o título mestre</a:t>
            </a:r>
          </a:p>
        </p:txBody>
      </p:sp>
    </p:spTree>
    <p:extLst>
      <p:ext uri="{BB962C8B-B14F-4D97-AF65-F5344CB8AC3E}">
        <p14:creationId xmlns:p14="http://schemas.microsoft.com/office/powerpoint/2010/main" val="540331082"/>
      </p:ext>
    </p:extLst>
  </p:cSld>
  <p:clrMap bg1="lt1" tx1="dk1" bg2="lt2" tx2="dk2" accent1="accent1" accent2="accent2" accent3="accent3" accent4="accent4" accent5="accent5" accent6="accent6" hlink="hlink" folHlink="folHlink"/>
  <p:sldLayoutIdLst>
    <p:sldLayoutId id="2147483752" r:id="rId1"/>
  </p:sldLayoutIdLst>
  <p:txStyles>
    <p:titleStyle>
      <a:lvl1pPr algn="ctr" defTabSz="914400" rtl="0" eaLnBrk="1" latinLnBrk="0" hangingPunct="1">
        <a:lnSpc>
          <a:spcPct val="90000"/>
        </a:lnSpc>
        <a:spcBef>
          <a:spcPct val="0"/>
        </a:spcBef>
        <a:buNone/>
        <a:defRPr sz="4400" b="1" kern="1200">
          <a:solidFill>
            <a:schemeClr val="bg1"/>
          </a:solidFill>
          <a:latin typeface="Gotham HTF"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0265D"/>
        </a:solidFill>
        <a:effectLst/>
      </p:bgPr>
    </p:bg>
    <p:spTree>
      <p:nvGrpSpPr>
        <p:cNvPr id="1" name=""/>
        <p:cNvGrpSpPr/>
        <p:nvPr/>
      </p:nvGrpSpPr>
      <p:grpSpPr>
        <a:xfrm>
          <a:off x="0" y="0"/>
          <a:ext cx="0" cy="0"/>
          <a:chOff x="0" y="0"/>
          <a:chExt cx="0" cy="0"/>
        </a:xfrm>
      </p:grpSpPr>
      <p:sp>
        <p:nvSpPr>
          <p:cNvPr id="9" name="Rectangle 2"/>
          <p:cNvSpPr/>
          <p:nvPr userDrawn="1"/>
        </p:nvSpPr>
        <p:spPr>
          <a:xfrm>
            <a:off x="0" y="2580640"/>
            <a:ext cx="9144000" cy="282448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4"/>
          <p:cNvSpPr/>
          <p:nvPr userDrawn="1"/>
        </p:nvSpPr>
        <p:spPr>
          <a:xfrm>
            <a:off x="747966" y="3342641"/>
            <a:ext cx="72000" cy="1239520"/>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0" name="Picture 5"/>
          <p:cNvPicPr>
            <a:picLocks noChangeAspect="1"/>
          </p:cNvPicPr>
          <p:nvPr userDrawn="1"/>
        </p:nvPicPr>
        <p:blipFill>
          <a:blip r:embed="rId3"/>
          <a:stretch>
            <a:fillRect/>
          </a:stretch>
        </p:blipFill>
        <p:spPr>
          <a:xfrm>
            <a:off x="7837508" y="333716"/>
            <a:ext cx="975616" cy="267011"/>
          </a:xfrm>
          <a:prstGeom prst="rect">
            <a:avLst/>
          </a:prstGeom>
        </p:spPr>
      </p:pic>
      <p:sp>
        <p:nvSpPr>
          <p:cNvPr id="12" name="Rectangle 1026"/>
          <p:cNvSpPr>
            <a:spLocks noChangeArrowheads="1"/>
          </p:cNvSpPr>
          <p:nvPr userDrawn="1"/>
        </p:nvSpPr>
        <p:spPr bwMode="auto">
          <a:xfrm>
            <a:off x="1053372" y="3222882"/>
            <a:ext cx="6694934" cy="1459503"/>
          </a:xfrm>
          <a:prstGeom prst="rect">
            <a:avLst/>
          </a:prstGeom>
          <a:noFill/>
          <a:ln w="9525">
            <a:noFill/>
            <a:miter lim="800000"/>
            <a:headEnd/>
            <a:tailEnd/>
          </a:ln>
        </p:spPr>
        <p:txBody>
          <a:bodyPr wrap="square" lIns="92075" tIns="46038" rIns="92075" bIns="46038">
            <a:spAutoFit/>
          </a:bodyPr>
          <a:lstStyle/>
          <a:p>
            <a:pPr>
              <a:defRPr/>
            </a:pPr>
            <a:r>
              <a:rPr kumimoji="1" lang="en-US" sz="2000" b="1" dirty="0">
                <a:solidFill>
                  <a:schemeClr val="bg1"/>
                </a:solidFill>
                <a:latin typeface="Gotham HTF" pitchFamily="2" charset="0"/>
                <a:cs typeface="Gotham-Bold"/>
              </a:rPr>
              <a:t>Copyright © 2026  Prof. </a:t>
            </a:r>
            <a:r>
              <a:rPr kumimoji="1" lang="en-US" sz="2000" b="1" dirty="0" err="1">
                <a:solidFill>
                  <a:schemeClr val="bg1"/>
                </a:solidFill>
                <a:latin typeface="Gotham HTF" pitchFamily="2" charset="0"/>
                <a:cs typeface="Gotham-Bold"/>
              </a:rPr>
              <a:t>Dr</a:t>
            </a:r>
            <a:r>
              <a:rPr kumimoji="1" lang="en-US" sz="2000" b="1" dirty="0">
                <a:solidFill>
                  <a:schemeClr val="bg1"/>
                </a:solidFill>
                <a:latin typeface="Gotham HTF" pitchFamily="2" charset="0"/>
                <a:cs typeface="Gotham-Bold"/>
              </a:rPr>
              <a:t> Nivaldo Zafalon Junior</a:t>
            </a:r>
          </a:p>
          <a:p>
            <a:pPr>
              <a:defRPr/>
            </a:pPr>
            <a:endParaRPr kumimoji="1" lang="en-US" sz="1600" dirty="0">
              <a:solidFill>
                <a:schemeClr val="bg1"/>
              </a:solidFill>
              <a:latin typeface="Gotham-Book"/>
              <a:cs typeface="Gotham-Book"/>
            </a:endParaRPr>
          </a:p>
          <a:p>
            <a:pPr>
              <a:lnSpc>
                <a:spcPct val="110000"/>
              </a:lnSpc>
              <a:defRPr/>
            </a:pPr>
            <a:r>
              <a:rPr kumimoji="1" lang="en-US" sz="1600" dirty="0" err="1">
                <a:solidFill>
                  <a:schemeClr val="bg1"/>
                </a:solidFill>
                <a:latin typeface="Gotham-Book"/>
                <a:cs typeface="Gotham-Book"/>
              </a:rPr>
              <a:t>Todos</a:t>
            </a:r>
            <a:r>
              <a:rPr kumimoji="1" lang="en-US" sz="1600" dirty="0">
                <a:solidFill>
                  <a:schemeClr val="bg1"/>
                </a:solidFill>
                <a:latin typeface="Gotham-Book"/>
                <a:cs typeface="Gotham-Book"/>
              </a:rPr>
              <a:t> </a:t>
            </a:r>
            <a:r>
              <a:rPr kumimoji="1" lang="en-US" sz="1600" dirty="0" err="1">
                <a:solidFill>
                  <a:schemeClr val="bg1"/>
                </a:solidFill>
                <a:latin typeface="Gotham-Book"/>
                <a:cs typeface="Gotham-Book"/>
              </a:rPr>
              <a:t>direitos</a:t>
            </a:r>
            <a:r>
              <a:rPr kumimoji="1" lang="en-US" sz="1600" dirty="0">
                <a:solidFill>
                  <a:schemeClr val="bg1"/>
                </a:solidFill>
                <a:latin typeface="Gotham-Book"/>
                <a:cs typeface="Gotham-Book"/>
              </a:rPr>
              <a:t> </a:t>
            </a:r>
            <a:r>
              <a:rPr kumimoji="1" lang="en-US" sz="1600" dirty="0" err="1">
                <a:solidFill>
                  <a:schemeClr val="bg1"/>
                </a:solidFill>
                <a:latin typeface="Gotham-Book"/>
                <a:cs typeface="Gotham-Book"/>
              </a:rPr>
              <a:t>reservados</a:t>
            </a:r>
            <a:r>
              <a:rPr kumimoji="1" lang="en-US" sz="1600" dirty="0">
                <a:solidFill>
                  <a:schemeClr val="bg1"/>
                </a:solidFill>
                <a:latin typeface="Gotham-Book"/>
                <a:cs typeface="Gotham-Book"/>
              </a:rPr>
              <a:t>. </a:t>
            </a:r>
            <a:r>
              <a:rPr kumimoji="1" lang="en-US" sz="1600" dirty="0" err="1">
                <a:solidFill>
                  <a:schemeClr val="bg1"/>
                </a:solidFill>
                <a:latin typeface="Gotham-Book"/>
                <a:cs typeface="Gotham-Book"/>
              </a:rPr>
              <a:t>Reprodução</a:t>
            </a:r>
            <a:r>
              <a:rPr kumimoji="1" lang="en-US" sz="1600" dirty="0">
                <a:solidFill>
                  <a:schemeClr val="bg1"/>
                </a:solidFill>
                <a:latin typeface="Gotham-Book"/>
                <a:cs typeface="Gotham-Book"/>
              </a:rPr>
              <a:t> </a:t>
            </a:r>
            <a:r>
              <a:rPr kumimoji="1" lang="en-US" sz="1600" dirty="0" err="1">
                <a:solidFill>
                  <a:schemeClr val="bg1"/>
                </a:solidFill>
                <a:latin typeface="Gotham-Book"/>
                <a:cs typeface="Gotham-Book"/>
              </a:rPr>
              <a:t>ou</a:t>
            </a:r>
            <a:r>
              <a:rPr kumimoji="1" lang="en-US" sz="1600" dirty="0">
                <a:solidFill>
                  <a:schemeClr val="bg1"/>
                </a:solidFill>
                <a:latin typeface="Gotham-Book"/>
                <a:cs typeface="Gotham-Book"/>
              </a:rPr>
              <a:t> </a:t>
            </a:r>
            <a:r>
              <a:rPr kumimoji="1" lang="en-US" sz="1600" dirty="0" err="1">
                <a:solidFill>
                  <a:schemeClr val="bg1"/>
                </a:solidFill>
                <a:latin typeface="Gotham-Book"/>
                <a:cs typeface="Gotham-Book"/>
              </a:rPr>
              <a:t>divulgação</a:t>
            </a:r>
            <a:r>
              <a:rPr kumimoji="1" lang="en-US" sz="1600" dirty="0">
                <a:solidFill>
                  <a:schemeClr val="bg1"/>
                </a:solidFill>
                <a:latin typeface="Gotham-Book"/>
                <a:cs typeface="Gotham-Book"/>
              </a:rPr>
              <a:t> total </a:t>
            </a:r>
            <a:r>
              <a:rPr kumimoji="1" lang="en-US" sz="1600" dirty="0" err="1">
                <a:solidFill>
                  <a:schemeClr val="bg1"/>
                </a:solidFill>
                <a:latin typeface="Gotham-Book"/>
                <a:cs typeface="Gotham-Book"/>
              </a:rPr>
              <a:t>ou</a:t>
            </a:r>
            <a:r>
              <a:rPr kumimoji="1" lang="en-US" sz="1600" dirty="0">
                <a:solidFill>
                  <a:schemeClr val="bg1"/>
                </a:solidFill>
                <a:latin typeface="Gotham-Book"/>
                <a:cs typeface="Gotham-Book"/>
              </a:rPr>
              <a:t> </a:t>
            </a:r>
            <a:r>
              <a:rPr kumimoji="1" lang="en-US" sz="1600" dirty="0" err="1">
                <a:solidFill>
                  <a:schemeClr val="bg1"/>
                </a:solidFill>
                <a:latin typeface="Gotham-Book"/>
                <a:cs typeface="Gotham-Book"/>
              </a:rPr>
              <a:t>parcial</a:t>
            </a:r>
            <a:r>
              <a:rPr kumimoji="1" lang="en-US" sz="1600" dirty="0">
                <a:solidFill>
                  <a:schemeClr val="bg1"/>
                </a:solidFill>
                <a:latin typeface="Gotham-Book"/>
                <a:cs typeface="Gotham-Book"/>
              </a:rPr>
              <a:t> </a:t>
            </a:r>
            <a:r>
              <a:rPr kumimoji="1" lang="en-US" sz="1600" dirty="0" err="1">
                <a:solidFill>
                  <a:schemeClr val="bg1"/>
                </a:solidFill>
                <a:latin typeface="Gotham-Book"/>
                <a:cs typeface="Gotham-Book"/>
              </a:rPr>
              <a:t>deste</a:t>
            </a:r>
            <a:r>
              <a:rPr kumimoji="1" lang="en-US" sz="1600" dirty="0">
                <a:solidFill>
                  <a:schemeClr val="bg1"/>
                </a:solidFill>
                <a:latin typeface="Gotham-Book"/>
                <a:cs typeface="Gotham-Book"/>
              </a:rPr>
              <a:t> </a:t>
            </a:r>
            <a:r>
              <a:rPr kumimoji="1" lang="en-US" sz="1600" dirty="0" err="1">
                <a:solidFill>
                  <a:schemeClr val="bg1"/>
                </a:solidFill>
                <a:latin typeface="Gotham-Book"/>
                <a:cs typeface="Gotham-Book"/>
              </a:rPr>
              <a:t>documento</a:t>
            </a:r>
            <a:r>
              <a:rPr kumimoji="1" lang="en-US" sz="1600" dirty="0">
                <a:solidFill>
                  <a:schemeClr val="bg1"/>
                </a:solidFill>
                <a:latin typeface="Gotham-Book"/>
                <a:cs typeface="Gotham-Book"/>
              </a:rPr>
              <a:t> é </a:t>
            </a:r>
            <a:r>
              <a:rPr kumimoji="1" lang="en-US" sz="1600" dirty="0" err="1">
                <a:solidFill>
                  <a:schemeClr val="bg1"/>
                </a:solidFill>
                <a:latin typeface="Gotham-Book"/>
                <a:cs typeface="Gotham-Book"/>
              </a:rPr>
              <a:t>expressamente</a:t>
            </a:r>
            <a:r>
              <a:rPr kumimoji="1" lang="en-US" sz="1600" dirty="0">
                <a:solidFill>
                  <a:schemeClr val="bg1"/>
                </a:solidFill>
                <a:latin typeface="Gotham-Book"/>
                <a:cs typeface="Gotham-Book"/>
              </a:rPr>
              <a:t> </a:t>
            </a:r>
            <a:r>
              <a:rPr kumimoji="1" lang="en-US" sz="1600" dirty="0" err="1">
                <a:solidFill>
                  <a:schemeClr val="bg1"/>
                </a:solidFill>
                <a:latin typeface="Gotham-Book"/>
                <a:cs typeface="Gotham-Book"/>
              </a:rPr>
              <a:t>proíbido</a:t>
            </a:r>
            <a:r>
              <a:rPr kumimoji="1" lang="en-US" sz="1600" dirty="0">
                <a:solidFill>
                  <a:schemeClr val="bg1"/>
                </a:solidFill>
                <a:latin typeface="Gotham-Book"/>
                <a:cs typeface="Gotham-Book"/>
              </a:rPr>
              <a:t> </a:t>
            </a:r>
            <a:r>
              <a:rPr kumimoji="1" lang="en-US" sz="1600" dirty="0" err="1">
                <a:solidFill>
                  <a:schemeClr val="bg1"/>
                </a:solidFill>
                <a:latin typeface="Gotham-Book"/>
                <a:cs typeface="Gotham-Book"/>
              </a:rPr>
              <a:t>sem</a:t>
            </a:r>
            <a:r>
              <a:rPr kumimoji="1" lang="en-US" sz="1600" dirty="0">
                <a:solidFill>
                  <a:schemeClr val="bg1"/>
                </a:solidFill>
                <a:latin typeface="Gotham-Book"/>
                <a:cs typeface="Gotham-Book"/>
              </a:rPr>
              <a:t> o </a:t>
            </a:r>
            <a:r>
              <a:rPr kumimoji="1" lang="pt-BR" sz="1600" dirty="0">
                <a:solidFill>
                  <a:schemeClr val="bg1"/>
                </a:solidFill>
                <a:latin typeface="Gotham-Book"/>
                <a:cs typeface="Gotham-Book"/>
              </a:rPr>
              <a:t>consentimento formal, por escrito,</a:t>
            </a:r>
            <a:r>
              <a:rPr kumimoji="1" lang="en-US" sz="1600" dirty="0">
                <a:solidFill>
                  <a:schemeClr val="bg1"/>
                </a:solidFill>
                <a:latin typeface="Gotham-Book"/>
                <a:cs typeface="Gotham-Book"/>
              </a:rPr>
              <a:t> do Professor (</a:t>
            </a:r>
            <a:r>
              <a:rPr kumimoji="1" lang="en-US" sz="1600" dirty="0" err="1">
                <a:solidFill>
                  <a:schemeClr val="bg1"/>
                </a:solidFill>
                <a:latin typeface="Gotham-Book"/>
                <a:cs typeface="Gotham-Book"/>
              </a:rPr>
              <a:t>autor</a:t>
            </a:r>
            <a:r>
              <a:rPr kumimoji="1" lang="en-US" sz="1600" dirty="0">
                <a:solidFill>
                  <a:schemeClr val="bg1"/>
                </a:solidFill>
                <a:latin typeface="Gotham-Book"/>
                <a:cs typeface="Gotham-Book"/>
              </a:rPr>
              <a:t>).</a:t>
            </a:r>
          </a:p>
        </p:txBody>
      </p:sp>
    </p:spTree>
    <p:extLst>
      <p:ext uri="{BB962C8B-B14F-4D97-AF65-F5344CB8AC3E}">
        <p14:creationId xmlns:p14="http://schemas.microsoft.com/office/powerpoint/2010/main" val="384478339"/>
      </p:ext>
    </p:extLst>
  </p:cSld>
  <p:clrMap bg1="lt1" tx1="dk1" bg2="lt2" tx2="dk2" accent1="accent1" accent2="accent2" accent3="accent3" accent4="accent4" accent5="accent5" accent6="accent6" hlink="hlink" folHlink="folHlink"/>
  <p:sldLayoutIdLst>
    <p:sldLayoutId id="2147483750"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11.jpeg"/><Relationship Id="rId4" Type="http://schemas.openxmlformats.org/officeDocument/2006/relationships/image" Target="../media/image10.jpeg"/></Relationships>
</file>

<file path=ppt/slides/_rels/slide6.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image" Target="../media/image12.wmf"/><Relationship Id="rId7" Type="http://schemas.openxmlformats.org/officeDocument/2006/relationships/image" Target="../media/image14.wmf"/><Relationship Id="rId2" Type="http://schemas.openxmlformats.org/officeDocument/2006/relationships/oleObject" Target="../embeddings/oleObject1.bin"/><Relationship Id="rId1" Type="http://schemas.openxmlformats.org/officeDocument/2006/relationships/slideLayout" Target="../slideLayouts/slideLayout12.xml"/><Relationship Id="rId6" Type="http://schemas.openxmlformats.org/officeDocument/2006/relationships/oleObject" Target="../embeddings/oleObject3.bin"/><Relationship Id="rId5" Type="http://schemas.openxmlformats.org/officeDocument/2006/relationships/image" Target="../media/image13.wmf"/><Relationship Id="rId4" Type="http://schemas.openxmlformats.org/officeDocument/2006/relationships/oleObject" Target="../embeddings/oleObject2.bin"/></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7.bin"/><Relationship Id="rId13" Type="http://schemas.openxmlformats.org/officeDocument/2006/relationships/image" Target="../media/image21.wmf"/><Relationship Id="rId18" Type="http://schemas.openxmlformats.org/officeDocument/2006/relationships/oleObject" Target="../embeddings/oleObject12.bin"/><Relationship Id="rId26" Type="http://schemas.openxmlformats.org/officeDocument/2006/relationships/oleObject" Target="../embeddings/oleObject16.bin"/><Relationship Id="rId3" Type="http://schemas.openxmlformats.org/officeDocument/2006/relationships/image" Target="../media/image16.wmf"/><Relationship Id="rId21" Type="http://schemas.openxmlformats.org/officeDocument/2006/relationships/image" Target="../media/image25.wmf"/><Relationship Id="rId7" Type="http://schemas.openxmlformats.org/officeDocument/2006/relationships/image" Target="../media/image18.wmf"/><Relationship Id="rId12" Type="http://schemas.openxmlformats.org/officeDocument/2006/relationships/oleObject" Target="../embeddings/oleObject9.bin"/><Relationship Id="rId17" Type="http://schemas.openxmlformats.org/officeDocument/2006/relationships/image" Target="../media/image23.wmf"/><Relationship Id="rId25" Type="http://schemas.openxmlformats.org/officeDocument/2006/relationships/image" Target="../media/image27.wmf"/><Relationship Id="rId2" Type="http://schemas.openxmlformats.org/officeDocument/2006/relationships/oleObject" Target="../embeddings/oleObject4.bin"/><Relationship Id="rId16" Type="http://schemas.openxmlformats.org/officeDocument/2006/relationships/oleObject" Target="../embeddings/oleObject11.bin"/><Relationship Id="rId20" Type="http://schemas.openxmlformats.org/officeDocument/2006/relationships/oleObject" Target="../embeddings/oleObject13.bin"/><Relationship Id="rId29" Type="http://schemas.openxmlformats.org/officeDocument/2006/relationships/image" Target="../media/image29.wmf"/><Relationship Id="rId1" Type="http://schemas.openxmlformats.org/officeDocument/2006/relationships/slideLayout" Target="../slideLayouts/slideLayout12.xml"/><Relationship Id="rId6" Type="http://schemas.openxmlformats.org/officeDocument/2006/relationships/oleObject" Target="../embeddings/oleObject6.bin"/><Relationship Id="rId11" Type="http://schemas.openxmlformats.org/officeDocument/2006/relationships/image" Target="../media/image20.wmf"/><Relationship Id="rId24" Type="http://schemas.openxmlformats.org/officeDocument/2006/relationships/oleObject" Target="../embeddings/oleObject15.bin"/><Relationship Id="rId5" Type="http://schemas.openxmlformats.org/officeDocument/2006/relationships/image" Target="../media/image17.wmf"/><Relationship Id="rId15" Type="http://schemas.openxmlformats.org/officeDocument/2006/relationships/image" Target="../media/image22.wmf"/><Relationship Id="rId23" Type="http://schemas.openxmlformats.org/officeDocument/2006/relationships/image" Target="../media/image26.wmf"/><Relationship Id="rId28" Type="http://schemas.openxmlformats.org/officeDocument/2006/relationships/oleObject" Target="../embeddings/oleObject17.bin"/><Relationship Id="rId10" Type="http://schemas.openxmlformats.org/officeDocument/2006/relationships/oleObject" Target="../embeddings/oleObject8.bin"/><Relationship Id="rId19" Type="http://schemas.openxmlformats.org/officeDocument/2006/relationships/image" Target="../media/image24.wmf"/><Relationship Id="rId4" Type="http://schemas.openxmlformats.org/officeDocument/2006/relationships/oleObject" Target="../embeddings/oleObject5.bin"/><Relationship Id="rId9" Type="http://schemas.openxmlformats.org/officeDocument/2006/relationships/image" Target="../media/image19.wmf"/><Relationship Id="rId14" Type="http://schemas.openxmlformats.org/officeDocument/2006/relationships/oleObject" Target="../embeddings/oleObject10.bin"/><Relationship Id="rId22" Type="http://schemas.openxmlformats.org/officeDocument/2006/relationships/oleObject" Target="../embeddings/oleObject14.bin"/><Relationship Id="rId27" Type="http://schemas.openxmlformats.org/officeDocument/2006/relationships/image" Target="../media/image28.wmf"/></Relationships>
</file>

<file path=ppt/slides/_rels/slide9.x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oleObject" Target="../embeddings/oleObject18.bin"/><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8" Type="http://schemas.openxmlformats.org/officeDocument/2006/relationships/image" Target="../media/image33.wmf"/><Relationship Id="rId13" Type="http://schemas.openxmlformats.org/officeDocument/2006/relationships/oleObject" Target="../embeddings/oleObject24.bin"/><Relationship Id="rId18" Type="http://schemas.openxmlformats.org/officeDocument/2006/relationships/image" Target="../media/image38.wmf"/><Relationship Id="rId3" Type="http://schemas.openxmlformats.org/officeDocument/2006/relationships/oleObject" Target="../embeddings/oleObject19.bin"/><Relationship Id="rId21" Type="http://schemas.openxmlformats.org/officeDocument/2006/relationships/oleObject" Target="../embeddings/oleObject28.bin"/><Relationship Id="rId7" Type="http://schemas.openxmlformats.org/officeDocument/2006/relationships/oleObject" Target="../embeddings/oleObject21.bin"/><Relationship Id="rId12" Type="http://schemas.openxmlformats.org/officeDocument/2006/relationships/image" Target="../media/image35.wmf"/><Relationship Id="rId17" Type="http://schemas.openxmlformats.org/officeDocument/2006/relationships/oleObject" Target="../embeddings/oleObject26.bin"/><Relationship Id="rId2" Type="http://schemas.openxmlformats.org/officeDocument/2006/relationships/chart" Target="../charts/chart3.xml"/><Relationship Id="rId16" Type="http://schemas.openxmlformats.org/officeDocument/2006/relationships/image" Target="../media/image37.wmf"/><Relationship Id="rId20" Type="http://schemas.openxmlformats.org/officeDocument/2006/relationships/image" Target="../media/image39.wmf"/><Relationship Id="rId1" Type="http://schemas.openxmlformats.org/officeDocument/2006/relationships/slideLayout" Target="../slideLayouts/slideLayout12.xml"/><Relationship Id="rId6" Type="http://schemas.openxmlformats.org/officeDocument/2006/relationships/image" Target="../media/image32.wmf"/><Relationship Id="rId11" Type="http://schemas.openxmlformats.org/officeDocument/2006/relationships/oleObject" Target="../embeddings/oleObject23.bin"/><Relationship Id="rId5" Type="http://schemas.openxmlformats.org/officeDocument/2006/relationships/oleObject" Target="../embeddings/oleObject20.bin"/><Relationship Id="rId15" Type="http://schemas.openxmlformats.org/officeDocument/2006/relationships/oleObject" Target="../embeddings/oleObject25.bin"/><Relationship Id="rId10" Type="http://schemas.openxmlformats.org/officeDocument/2006/relationships/image" Target="../media/image34.wmf"/><Relationship Id="rId19" Type="http://schemas.openxmlformats.org/officeDocument/2006/relationships/oleObject" Target="../embeddings/oleObject27.bin"/><Relationship Id="rId4" Type="http://schemas.openxmlformats.org/officeDocument/2006/relationships/image" Target="../media/image31.wmf"/><Relationship Id="rId9" Type="http://schemas.openxmlformats.org/officeDocument/2006/relationships/oleObject" Target="../embeddings/oleObject22.bin"/><Relationship Id="rId14" Type="http://schemas.openxmlformats.org/officeDocument/2006/relationships/image" Target="../media/image36.wmf"/><Relationship Id="rId22" Type="http://schemas.openxmlformats.org/officeDocument/2006/relationships/image" Target="../media/image40.wmf"/></Relationships>
</file>

<file path=ppt/slides/_rels/slide18.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8" Type="http://schemas.openxmlformats.org/officeDocument/2006/relationships/image" Target="../media/image43.wmf"/><Relationship Id="rId13" Type="http://schemas.openxmlformats.org/officeDocument/2006/relationships/oleObject" Target="../embeddings/oleObject34.bin"/><Relationship Id="rId3" Type="http://schemas.openxmlformats.org/officeDocument/2006/relationships/oleObject" Target="../embeddings/oleObject29.bin"/><Relationship Id="rId7" Type="http://schemas.openxmlformats.org/officeDocument/2006/relationships/oleObject" Target="../embeddings/oleObject31.bin"/><Relationship Id="rId12" Type="http://schemas.openxmlformats.org/officeDocument/2006/relationships/image" Target="../media/image45.wmf"/><Relationship Id="rId2" Type="http://schemas.openxmlformats.org/officeDocument/2006/relationships/chart" Target="../charts/chart5.xml"/><Relationship Id="rId16" Type="http://schemas.openxmlformats.org/officeDocument/2006/relationships/image" Target="../media/image47.wmf"/><Relationship Id="rId1" Type="http://schemas.openxmlformats.org/officeDocument/2006/relationships/slideLayout" Target="../slideLayouts/slideLayout12.xml"/><Relationship Id="rId6" Type="http://schemas.openxmlformats.org/officeDocument/2006/relationships/image" Target="../media/image42.wmf"/><Relationship Id="rId11" Type="http://schemas.openxmlformats.org/officeDocument/2006/relationships/oleObject" Target="../embeddings/oleObject33.bin"/><Relationship Id="rId5" Type="http://schemas.openxmlformats.org/officeDocument/2006/relationships/oleObject" Target="../embeddings/oleObject30.bin"/><Relationship Id="rId15" Type="http://schemas.openxmlformats.org/officeDocument/2006/relationships/oleObject" Target="../embeddings/oleObject35.bin"/><Relationship Id="rId10" Type="http://schemas.openxmlformats.org/officeDocument/2006/relationships/image" Target="../media/image44.wmf"/><Relationship Id="rId4" Type="http://schemas.openxmlformats.org/officeDocument/2006/relationships/image" Target="../media/image41.wmf"/><Relationship Id="rId9" Type="http://schemas.openxmlformats.org/officeDocument/2006/relationships/oleObject" Target="../embeddings/oleObject32.bin"/><Relationship Id="rId14" Type="http://schemas.openxmlformats.org/officeDocument/2006/relationships/image" Target="../media/image46.wmf"/></Relationships>
</file>

<file path=ppt/slides/_rels/slide20.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36.bin"/><Relationship Id="rId13" Type="http://schemas.openxmlformats.org/officeDocument/2006/relationships/image" Target="../media/image50.wmf"/><Relationship Id="rId3" Type="http://schemas.openxmlformats.org/officeDocument/2006/relationships/chart" Target="../charts/chart7.xml"/><Relationship Id="rId7" Type="http://schemas.openxmlformats.org/officeDocument/2006/relationships/image" Target="../media/image42.wmf"/><Relationship Id="rId12" Type="http://schemas.openxmlformats.org/officeDocument/2006/relationships/oleObject" Target="../embeddings/oleObject38.bin"/><Relationship Id="rId17" Type="http://schemas.openxmlformats.org/officeDocument/2006/relationships/image" Target="../media/image51.wmf"/><Relationship Id="rId2" Type="http://schemas.openxmlformats.org/officeDocument/2006/relationships/notesSlide" Target="../notesSlides/notesSlide8.xml"/><Relationship Id="rId16" Type="http://schemas.openxmlformats.org/officeDocument/2006/relationships/oleObject" Target="../embeddings/oleObject39.bin"/><Relationship Id="rId1" Type="http://schemas.openxmlformats.org/officeDocument/2006/relationships/slideLayout" Target="../slideLayouts/slideLayout12.xml"/><Relationship Id="rId6" Type="http://schemas.openxmlformats.org/officeDocument/2006/relationships/oleObject" Target="../embeddings/oleObject30.bin"/><Relationship Id="rId11" Type="http://schemas.openxmlformats.org/officeDocument/2006/relationships/image" Target="../media/image49.wmf"/><Relationship Id="rId5" Type="http://schemas.openxmlformats.org/officeDocument/2006/relationships/image" Target="../media/image41.wmf"/><Relationship Id="rId15" Type="http://schemas.openxmlformats.org/officeDocument/2006/relationships/image" Target="../media/image43.wmf"/><Relationship Id="rId10" Type="http://schemas.openxmlformats.org/officeDocument/2006/relationships/oleObject" Target="../embeddings/oleObject37.bin"/><Relationship Id="rId4" Type="http://schemas.openxmlformats.org/officeDocument/2006/relationships/oleObject" Target="../embeddings/oleObject29.bin"/><Relationship Id="rId9" Type="http://schemas.openxmlformats.org/officeDocument/2006/relationships/image" Target="../media/image48.wmf"/><Relationship Id="rId14" Type="http://schemas.openxmlformats.org/officeDocument/2006/relationships/oleObject" Target="../embeddings/oleObject31.bin"/></Relationships>
</file>

<file path=ppt/slides/_rels/slide22.xml.rels><?xml version="1.0" encoding="UTF-8" standalone="yes"?>
<Relationships xmlns="http://schemas.openxmlformats.org/package/2006/relationships"><Relationship Id="rId3" Type="http://schemas.openxmlformats.org/officeDocument/2006/relationships/image" Target="../media/image52.wmf"/><Relationship Id="rId2" Type="http://schemas.openxmlformats.org/officeDocument/2006/relationships/oleObject" Target="../embeddings/oleObject40.bin"/><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oleObject" Target="../embeddings/oleObject41.bin"/><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5198232"/>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mv="urn:schemas-microsoft-com:mac:vml" xmlns="">
      <mp:transition xmlns:mp="http://schemas.microsoft.com/office/mac/powerpoint/2008/mai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21"/>
          <p:cNvSpPr txBox="1"/>
          <p:nvPr/>
        </p:nvSpPr>
        <p:spPr>
          <a:xfrm>
            <a:off x="1042704" y="4485205"/>
            <a:ext cx="4989796" cy="341632"/>
          </a:xfrm>
          <a:prstGeom prst="rect">
            <a:avLst/>
          </a:prstGeom>
          <a:noFill/>
        </p:spPr>
        <p:txBody>
          <a:bodyPr wrap="square" rtlCol="0">
            <a:spAutoFit/>
          </a:bodyPr>
          <a:lstStyle/>
          <a:p>
            <a:pPr>
              <a:lnSpc>
                <a:spcPct val="90000"/>
              </a:lnSpc>
            </a:pPr>
            <a:r>
              <a:rPr lang="en-US" dirty="0">
                <a:solidFill>
                  <a:srgbClr val="FFFFFF"/>
                </a:solidFill>
                <a:latin typeface="Gotham-Bold"/>
                <a:cs typeface="Gotham-Bold"/>
              </a:rPr>
              <a:t>PROF. Dr. NIVALDO ZAFALON JUNIOR</a:t>
            </a:r>
          </a:p>
        </p:txBody>
      </p:sp>
      <p:sp>
        <p:nvSpPr>
          <p:cNvPr id="6" name="TextBox 20"/>
          <p:cNvSpPr txBox="1"/>
          <p:nvPr/>
        </p:nvSpPr>
        <p:spPr>
          <a:xfrm>
            <a:off x="1042704" y="3898936"/>
            <a:ext cx="4674924" cy="397032"/>
          </a:xfrm>
          <a:prstGeom prst="rect">
            <a:avLst/>
          </a:prstGeom>
          <a:noFill/>
        </p:spPr>
        <p:txBody>
          <a:bodyPr wrap="square" rtlCol="0">
            <a:spAutoFit/>
          </a:bodyPr>
          <a:lstStyle/>
          <a:p>
            <a:pPr>
              <a:lnSpc>
                <a:spcPct val="90000"/>
              </a:lnSpc>
            </a:pPr>
            <a:r>
              <a:rPr lang="en-US" sz="2200" dirty="0" err="1">
                <a:solidFill>
                  <a:srgbClr val="FFFFFF"/>
                </a:solidFill>
                <a:latin typeface="Gotham-Book"/>
                <a:cs typeface="Gotham-Book"/>
              </a:rPr>
              <a:t>Energia</a:t>
            </a:r>
            <a:r>
              <a:rPr lang="en-US" sz="2200" dirty="0">
                <a:solidFill>
                  <a:srgbClr val="FFFFFF"/>
                </a:solidFill>
                <a:latin typeface="Gotham-Book"/>
                <a:cs typeface="Gotham-Book"/>
              </a:rPr>
              <a:t>, </a:t>
            </a:r>
            <a:r>
              <a:rPr lang="en-US" sz="2200" dirty="0" err="1">
                <a:solidFill>
                  <a:srgbClr val="FFFFFF"/>
                </a:solidFill>
                <a:latin typeface="Gotham-Book"/>
                <a:cs typeface="Gotham-Book"/>
              </a:rPr>
              <a:t>Cinemática</a:t>
            </a:r>
            <a:r>
              <a:rPr lang="en-US" sz="2200" dirty="0">
                <a:solidFill>
                  <a:srgbClr val="FFFFFF"/>
                </a:solidFill>
                <a:latin typeface="Gotham-Book"/>
                <a:cs typeface="Gotham-Book"/>
              </a:rPr>
              <a:t>, </a:t>
            </a:r>
            <a:r>
              <a:rPr lang="en-US" sz="2200" dirty="0" err="1">
                <a:solidFill>
                  <a:srgbClr val="FFFFFF"/>
                </a:solidFill>
                <a:latin typeface="Gotham-Book"/>
                <a:cs typeface="Gotham-Book"/>
              </a:rPr>
              <a:t>Forças</a:t>
            </a:r>
            <a:r>
              <a:rPr lang="en-US" sz="2200" dirty="0">
                <a:solidFill>
                  <a:srgbClr val="FFFFFF"/>
                </a:solidFill>
                <a:latin typeface="Gotham-Book"/>
                <a:cs typeface="Gotham-Book"/>
              </a:rPr>
              <a:t> e </a:t>
            </a:r>
            <a:r>
              <a:rPr lang="en-US" sz="2200" dirty="0" err="1">
                <a:solidFill>
                  <a:srgbClr val="FFFFFF"/>
                </a:solidFill>
                <a:latin typeface="Gotham-Book"/>
                <a:cs typeface="Gotham-Book"/>
              </a:rPr>
              <a:t>Ondas</a:t>
            </a:r>
            <a:endParaRPr lang="en-US" sz="2200" dirty="0">
              <a:solidFill>
                <a:srgbClr val="FFFFFF"/>
              </a:solidFill>
              <a:latin typeface="Gotham-Book"/>
              <a:cs typeface="Gotham-Book"/>
            </a:endParaRPr>
          </a:p>
        </p:txBody>
      </p:sp>
    </p:spTree>
    <p:extLst>
      <p:ext uri="{BB962C8B-B14F-4D97-AF65-F5344CB8AC3E}">
        <p14:creationId xmlns:p14="http://schemas.microsoft.com/office/powerpoint/2010/main" val="14181448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ço Reservado para Conteúdo 4"/>
          <p:cNvSpPr>
            <a:spLocks noGrp="1"/>
          </p:cNvSpPr>
          <p:nvPr>
            <p:ph idx="1"/>
          </p:nvPr>
        </p:nvSpPr>
        <p:spPr/>
        <p:txBody>
          <a:bodyPr/>
          <a:lstStyle/>
          <a:p>
            <a:pPr marL="0" indent="0" algn="just">
              <a:buNone/>
            </a:pPr>
            <a:r>
              <a:rPr lang="pt-BR" dirty="0"/>
              <a:t>	Graduação em Tecnologia em Saúde (FATEC-SO), em Física (IFGW), mestrado e doutorado em Engenharia Elétrica (FEEC - UNICAMP). Atualmente é professor da FIAP. Atuação em Biofísica, propagação elétrica em membranas celulares, estimulação elétrica, desenvolvimento de projetos baseados em microcontroladores e eletrônica para sistemas embarcados.</a:t>
            </a:r>
          </a:p>
        </p:txBody>
      </p:sp>
      <p:sp>
        <p:nvSpPr>
          <p:cNvPr id="19" name="TextBox 10"/>
          <p:cNvSpPr txBox="1"/>
          <p:nvPr/>
        </p:nvSpPr>
        <p:spPr>
          <a:xfrm>
            <a:off x="4163412" y="4867582"/>
            <a:ext cx="4097404" cy="369332"/>
          </a:xfrm>
          <a:prstGeom prst="rect">
            <a:avLst/>
          </a:prstGeom>
          <a:noFill/>
        </p:spPr>
        <p:txBody>
          <a:bodyPr wrap="none" rtlCol="0">
            <a:spAutoFit/>
          </a:bodyPr>
          <a:lstStyle/>
          <a:p>
            <a:pPr>
              <a:lnSpc>
                <a:spcPct val="90000"/>
              </a:lnSpc>
            </a:pPr>
            <a:r>
              <a:rPr lang="en-US" sz="2000" dirty="0">
                <a:solidFill>
                  <a:srgbClr val="FFFFFF"/>
                </a:solidFill>
                <a:latin typeface="Gotham-Bold"/>
                <a:cs typeface="Gotham-Bold"/>
              </a:rPr>
              <a:t>PROF. Dr. NIVALDO ZAFALON Jr.</a:t>
            </a:r>
          </a:p>
        </p:txBody>
      </p:sp>
      <p:sp>
        <p:nvSpPr>
          <p:cNvPr id="22" name="TextBox 15"/>
          <p:cNvSpPr txBox="1"/>
          <p:nvPr/>
        </p:nvSpPr>
        <p:spPr>
          <a:xfrm>
            <a:off x="4177606" y="5262363"/>
            <a:ext cx="2380780" cy="341632"/>
          </a:xfrm>
          <a:prstGeom prst="rect">
            <a:avLst/>
          </a:prstGeom>
          <a:noFill/>
        </p:spPr>
        <p:txBody>
          <a:bodyPr wrap="none" rtlCol="0">
            <a:spAutoFit/>
          </a:bodyPr>
          <a:lstStyle/>
          <a:p>
            <a:pPr>
              <a:lnSpc>
                <a:spcPct val="90000"/>
              </a:lnSpc>
            </a:pPr>
            <a:r>
              <a:rPr lang="en-US" dirty="0">
                <a:solidFill>
                  <a:srgbClr val="FFFFFF"/>
                </a:solidFill>
                <a:latin typeface="Gotham-Bold"/>
                <a:cs typeface="Gotham-Bold"/>
              </a:rPr>
              <a:t>nivaldex@gmail.com</a:t>
            </a:r>
          </a:p>
        </p:txBody>
      </p:sp>
      <p:pic>
        <p:nvPicPr>
          <p:cNvPr id="6" name="Espaço Reservado para Imagem 5"/>
          <p:cNvPicPr>
            <a:picLocks noGrp="1" noChangeAspect="1"/>
          </p:cNvPicPr>
          <p:nvPr>
            <p:ph type="pic" sz="quarter" idx="13"/>
          </p:nvPr>
        </p:nvPicPr>
        <p:blipFill rotWithShape="1">
          <a:blip r:embed="rId3" cstate="email">
            <a:extLst>
              <a:ext uri="{28A0092B-C50C-407E-A947-70E740481C1C}">
                <a14:useLocalDpi xmlns:a14="http://schemas.microsoft.com/office/drawing/2010/main" val="0"/>
              </a:ext>
            </a:extLst>
          </a:blip>
          <a:srcRect l="42717" t="4139" r="13421" b="4139"/>
          <a:stretch/>
        </p:blipFill>
        <p:spPr>
          <a:xfrm>
            <a:off x="355600" y="685800"/>
            <a:ext cx="3403600" cy="5164138"/>
          </a:xfrm>
        </p:spPr>
      </p:pic>
      <p:sp>
        <p:nvSpPr>
          <p:cNvPr id="10" name="Isosceles Triangle 2"/>
          <p:cNvSpPr/>
          <p:nvPr/>
        </p:nvSpPr>
        <p:spPr>
          <a:xfrm rot="16200000">
            <a:off x="3493922" y="4970503"/>
            <a:ext cx="358752" cy="241676"/>
          </a:xfrm>
          <a:prstGeom prst="triangle">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aseline="-25000"/>
          </a:p>
        </p:txBody>
      </p:sp>
    </p:spTree>
    <p:extLst>
      <p:ext uri="{BB962C8B-B14F-4D97-AF65-F5344CB8AC3E}">
        <p14:creationId xmlns:p14="http://schemas.microsoft.com/office/powerpoint/2010/main" val="182776476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mv="urn:schemas-microsoft-com:mac:vml" xmlns="">
      <mp:transition xmlns:mp="http://schemas.microsoft.com/office/mac/powerpoint/2008/mai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Espaço Reservado para Texto 26"/>
          <p:cNvSpPr>
            <a:spLocks noGrp="1"/>
          </p:cNvSpPr>
          <p:nvPr>
            <p:ph type="body" sz="quarter" idx="13"/>
          </p:nvPr>
        </p:nvSpPr>
        <p:spPr>
          <a:xfrm>
            <a:off x="914400" y="1447800"/>
            <a:ext cx="7238198" cy="562778"/>
          </a:xfrm>
        </p:spPr>
        <p:txBody>
          <a:bodyPr/>
          <a:lstStyle/>
          <a:p>
            <a:r>
              <a:rPr lang="pt-BR" sz="4000" dirty="0">
                <a:solidFill>
                  <a:srgbClr val="FF0000"/>
                </a:solidFill>
              </a:rPr>
              <a:t>Física do Movimento:</a:t>
            </a:r>
          </a:p>
        </p:txBody>
      </p:sp>
      <p:sp>
        <p:nvSpPr>
          <p:cNvPr id="28" name="Espaço Reservado para Texto 27"/>
          <p:cNvSpPr>
            <a:spLocks noGrp="1"/>
          </p:cNvSpPr>
          <p:nvPr>
            <p:ph type="body" sz="quarter" idx="14"/>
          </p:nvPr>
        </p:nvSpPr>
        <p:spPr/>
        <p:txBody>
          <a:bodyPr/>
          <a:lstStyle/>
          <a:p>
            <a:pPr marL="0" indent="0">
              <a:buNone/>
            </a:pPr>
            <a:r>
              <a:rPr lang="pt-BR" sz="2400" dirty="0">
                <a:solidFill>
                  <a:srgbClr val="FF0000"/>
                </a:solidFill>
              </a:rPr>
              <a:t>*	Movimento Retilíneo e Uniforme.</a:t>
            </a:r>
          </a:p>
          <a:p>
            <a:pPr marL="0" indent="0">
              <a:buNone/>
            </a:pPr>
            <a:endParaRPr lang="pt-BR" dirty="0"/>
          </a:p>
        </p:txBody>
      </p:sp>
    </p:spTree>
    <p:extLst>
      <p:ext uri="{BB962C8B-B14F-4D97-AF65-F5344CB8AC3E}">
        <p14:creationId xmlns:p14="http://schemas.microsoft.com/office/powerpoint/2010/main" val="187264628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mv="urn:schemas-microsoft-com:mac:vml" xmlns="">
      <mp:transition xmlns:mp="http://schemas.microsoft.com/office/mac/powerpoint/2008/mai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ço Reservado para Conteúdo 4"/>
          <p:cNvSpPr>
            <a:spLocks noGrp="1"/>
          </p:cNvSpPr>
          <p:nvPr>
            <p:ph sz="half" idx="2"/>
          </p:nvPr>
        </p:nvSpPr>
        <p:spPr>
          <a:xfrm>
            <a:off x="0" y="790575"/>
            <a:ext cx="9143999" cy="3951288"/>
          </a:xfrm>
        </p:spPr>
        <p:txBody>
          <a:bodyPr>
            <a:normAutofit/>
          </a:bodyPr>
          <a:lstStyle/>
          <a:p>
            <a:pPr marL="0" indent="0" algn="just">
              <a:buNone/>
            </a:pPr>
            <a:r>
              <a:rPr lang="pt-BR" sz="2200" dirty="0">
                <a:latin typeface="Arial" panose="020B0604020202020204" pitchFamily="34" charset="0"/>
                <a:cs typeface="Arial" panose="020B0604020202020204" pitchFamily="34" charset="0"/>
              </a:rPr>
              <a:t>		</a:t>
            </a:r>
            <a:r>
              <a:rPr lang="pt-BR" sz="2200" b="1" dirty="0">
                <a:solidFill>
                  <a:srgbClr val="FF0000"/>
                </a:solidFill>
                <a:latin typeface="Arial" panose="020B0604020202020204" pitchFamily="34" charset="0"/>
                <a:cs typeface="Arial" panose="020B0604020202020204" pitchFamily="34" charset="0"/>
              </a:rPr>
              <a:t>Introdução</a:t>
            </a:r>
          </a:p>
          <a:p>
            <a:pPr marL="0" indent="0" algn="just">
              <a:buNone/>
            </a:pPr>
            <a:endParaRPr lang="pt-BR" sz="1800" dirty="0">
              <a:latin typeface="Arial" panose="020B0604020202020204" pitchFamily="34" charset="0"/>
              <a:cs typeface="Arial" panose="020B0604020202020204" pitchFamily="34" charset="0"/>
            </a:endParaRPr>
          </a:p>
          <a:p>
            <a:pPr marL="0" indent="0" algn="just">
              <a:buNone/>
            </a:pPr>
            <a:r>
              <a:rPr lang="pt-BR" sz="1800" dirty="0">
                <a:latin typeface="Arial" panose="020B0604020202020204" pitchFamily="34" charset="0"/>
                <a:cs typeface="Arial" panose="020B0604020202020204" pitchFamily="34" charset="0"/>
              </a:rPr>
              <a:t>	Nesta parte do estudo do movimento retilíneo procuraremos apenas descrever o movimento, assim, não nos preocuparemos com suas causas, deixemos isto para depois quando tratarmos das leis de Newton.</a:t>
            </a:r>
          </a:p>
          <a:p>
            <a:pPr marL="0" indent="0" algn="just">
              <a:lnSpc>
                <a:spcPct val="120000"/>
              </a:lnSpc>
              <a:buNone/>
            </a:pPr>
            <a:r>
              <a:rPr lang="pt-BR" sz="1800" dirty="0">
                <a:latin typeface="Arial" panose="020B0604020202020204" pitchFamily="34" charset="0"/>
                <a:cs typeface="Arial" panose="020B0604020202020204" pitchFamily="34" charset="0"/>
              </a:rPr>
              <a:t>	</a:t>
            </a:r>
            <a:r>
              <a:rPr lang="pt-BR" sz="1800" b="1" dirty="0">
                <a:latin typeface="Arial" panose="020B0604020202020204" pitchFamily="34" charset="0"/>
                <a:cs typeface="Arial" panose="020B0604020202020204" pitchFamily="34" charset="0"/>
              </a:rPr>
              <a:t>Posição: </a:t>
            </a:r>
            <a:r>
              <a:rPr lang="pt-BR" sz="1800" dirty="0">
                <a:latin typeface="Arial" panose="020B0604020202020204" pitchFamily="34" charset="0"/>
                <a:cs typeface="Arial" panose="020B0604020202020204" pitchFamily="34" charset="0"/>
              </a:rPr>
              <a:t>Quando estudamos o movimento, a primeira questão acerca de uma partícula móvel é: Onde ela está? Na maioria dos casos, seja quando um automóvel se desloca por uma auto estrada ou ruas, ou um elétron se desloca em um acelerador de partículas, ou ainda, um planeta que orbita sua estrela, podemos determinar a posição do móvel em função do tempo e, assim, construir um gráfico.</a:t>
            </a:r>
          </a:p>
        </p:txBody>
      </p:sp>
      <p:pic>
        <p:nvPicPr>
          <p:cNvPr id="6" name="Picture 35" descr="sonda_chandrayaan_orbita_insercao_2"/>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3276600" y="4713287"/>
            <a:ext cx="3095625" cy="207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36" descr="143304014"/>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466725" y="4537075"/>
            <a:ext cx="2376488" cy="2181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7" descr="lhc"/>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6732588" y="4321175"/>
            <a:ext cx="2339975"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13204674"/>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mv="urn:schemas-microsoft-com:mac:vml" xmlns="">
      <mp:transition xmlns:mp="http://schemas.microsoft.com/office/mac/powerpoint/2008/mai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1"/>
          <p:cNvSpPr>
            <a:spLocks noChangeArrowheads="1"/>
          </p:cNvSpPr>
          <p:nvPr/>
        </p:nvSpPr>
        <p:spPr bwMode="auto">
          <a:xfrm>
            <a:off x="0" y="779463"/>
            <a:ext cx="4067175" cy="46012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b="1">
                <a:solidFill>
                  <a:schemeClr val="bg2"/>
                </a:solidFill>
                <a:latin typeface="Arial" panose="020B0604020202020204" pitchFamily="34" charset="0"/>
              </a:defRPr>
            </a:lvl1pPr>
            <a:lvl2pPr marL="742950" indent="-285750">
              <a:defRPr b="1">
                <a:solidFill>
                  <a:schemeClr val="bg2"/>
                </a:solidFill>
                <a:latin typeface="Arial" panose="020B0604020202020204" pitchFamily="34" charset="0"/>
              </a:defRPr>
            </a:lvl2pPr>
            <a:lvl3pPr marL="1143000" indent="-228600">
              <a:defRPr b="1">
                <a:solidFill>
                  <a:schemeClr val="bg2"/>
                </a:solidFill>
                <a:latin typeface="Arial" panose="020B0604020202020204" pitchFamily="34" charset="0"/>
              </a:defRPr>
            </a:lvl3pPr>
            <a:lvl4pPr marL="1600200" indent="-228600">
              <a:defRPr b="1">
                <a:solidFill>
                  <a:schemeClr val="bg2"/>
                </a:solidFill>
                <a:latin typeface="Arial" panose="020B0604020202020204" pitchFamily="34" charset="0"/>
              </a:defRPr>
            </a:lvl4pPr>
            <a:lvl5pPr marL="2057400" indent="-228600">
              <a:defRPr b="1">
                <a:solidFill>
                  <a:schemeClr val="bg2"/>
                </a:solidFill>
                <a:latin typeface="Arial" panose="020B0604020202020204" pitchFamily="34" charset="0"/>
              </a:defRPr>
            </a:lvl5pPr>
            <a:lvl6pPr marL="2514600" indent="-228600" eaLnBrk="0" fontAlgn="base" hangingPunct="0">
              <a:spcBef>
                <a:spcPct val="0"/>
              </a:spcBef>
              <a:spcAft>
                <a:spcPct val="0"/>
              </a:spcAft>
              <a:defRPr b="1">
                <a:solidFill>
                  <a:schemeClr val="bg2"/>
                </a:solidFill>
                <a:latin typeface="Arial" panose="020B0604020202020204" pitchFamily="34" charset="0"/>
              </a:defRPr>
            </a:lvl6pPr>
            <a:lvl7pPr marL="2971800" indent="-228600" eaLnBrk="0" fontAlgn="base" hangingPunct="0">
              <a:spcBef>
                <a:spcPct val="0"/>
              </a:spcBef>
              <a:spcAft>
                <a:spcPct val="0"/>
              </a:spcAft>
              <a:defRPr b="1">
                <a:solidFill>
                  <a:schemeClr val="bg2"/>
                </a:solidFill>
                <a:latin typeface="Arial" panose="020B0604020202020204" pitchFamily="34" charset="0"/>
              </a:defRPr>
            </a:lvl7pPr>
            <a:lvl8pPr marL="3429000" indent="-228600" eaLnBrk="0" fontAlgn="base" hangingPunct="0">
              <a:spcBef>
                <a:spcPct val="0"/>
              </a:spcBef>
              <a:spcAft>
                <a:spcPct val="0"/>
              </a:spcAft>
              <a:defRPr b="1">
                <a:solidFill>
                  <a:schemeClr val="bg2"/>
                </a:solidFill>
                <a:latin typeface="Arial" panose="020B0604020202020204" pitchFamily="34" charset="0"/>
              </a:defRPr>
            </a:lvl8pPr>
            <a:lvl9pPr marL="3886200" indent="-228600" eaLnBrk="0" fontAlgn="base" hangingPunct="0">
              <a:spcBef>
                <a:spcPct val="0"/>
              </a:spcBef>
              <a:spcAft>
                <a:spcPct val="0"/>
              </a:spcAft>
              <a:defRPr b="1">
                <a:solidFill>
                  <a:schemeClr val="bg2"/>
                </a:solidFill>
                <a:latin typeface="Arial" panose="020B0604020202020204" pitchFamily="34" charset="0"/>
              </a:defRPr>
            </a:lvl9pPr>
          </a:lstStyle>
          <a:p>
            <a:pPr algn="just" eaLnBrk="1" hangingPunct="1">
              <a:lnSpc>
                <a:spcPct val="120000"/>
              </a:lnSpc>
            </a:pPr>
            <a:r>
              <a:rPr lang="pt-BR" dirty="0">
                <a:solidFill>
                  <a:schemeClr val="tx1"/>
                </a:solidFill>
              </a:rPr>
              <a:t>	</a:t>
            </a:r>
            <a:r>
              <a:rPr lang="pt-BR" sz="2200" dirty="0">
                <a:solidFill>
                  <a:srgbClr val="FF0000"/>
                </a:solidFill>
              </a:rPr>
              <a:t>Velocidade Média:</a:t>
            </a:r>
          </a:p>
          <a:p>
            <a:pPr algn="just" eaLnBrk="1" hangingPunct="1">
              <a:lnSpc>
                <a:spcPct val="120000"/>
              </a:lnSpc>
            </a:pPr>
            <a:r>
              <a:rPr lang="pt-BR" sz="2200" b="0" dirty="0">
                <a:solidFill>
                  <a:srgbClr val="FF0000"/>
                </a:solidFill>
              </a:rPr>
              <a:t>	</a:t>
            </a:r>
            <a:r>
              <a:rPr lang="pt-BR" b="0" dirty="0">
                <a:solidFill>
                  <a:schemeClr val="tx1"/>
                </a:solidFill>
              </a:rPr>
              <a:t>A pergunta seguinte é: Quão rápido move-se a partícula? Define-se então a velocidade média como:</a:t>
            </a:r>
          </a:p>
          <a:p>
            <a:pPr algn="just" eaLnBrk="1" hangingPunct="1">
              <a:lnSpc>
                <a:spcPct val="150000"/>
              </a:lnSpc>
            </a:pPr>
            <a:endParaRPr lang="pt-BR" sz="1000" b="0" dirty="0">
              <a:solidFill>
                <a:schemeClr val="tx1"/>
              </a:solidFill>
            </a:endParaRPr>
          </a:p>
          <a:p>
            <a:pPr algn="just" eaLnBrk="1" hangingPunct="1"/>
            <a:endParaRPr lang="pt-BR" sz="1000" b="0" dirty="0">
              <a:solidFill>
                <a:schemeClr val="tx1"/>
              </a:solidFill>
            </a:endParaRPr>
          </a:p>
          <a:p>
            <a:pPr algn="just" eaLnBrk="1" hangingPunct="1"/>
            <a:endParaRPr lang="pt-BR" b="0" dirty="0">
              <a:solidFill>
                <a:schemeClr val="tx1"/>
              </a:solidFill>
            </a:endParaRPr>
          </a:p>
          <a:p>
            <a:pPr algn="just" eaLnBrk="1" hangingPunct="1"/>
            <a:endParaRPr lang="pt-BR" b="0" dirty="0">
              <a:solidFill>
                <a:schemeClr val="tx1"/>
              </a:solidFill>
            </a:endParaRPr>
          </a:p>
          <a:p>
            <a:pPr algn="just" eaLnBrk="1" hangingPunct="1"/>
            <a:endParaRPr lang="pt-BR" sz="1000" b="0" dirty="0">
              <a:solidFill>
                <a:schemeClr val="tx1"/>
              </a:solidFill>
            </a:endParaRPr>
          </a:p>
          <a:p>
            <a:pPr algn="just" eaLnBrk="1" hangingPunct="1"/>
            <a:r>
              <a:rPr lang="pt-BR" b="0" dirty="0">
                <a:solidFill>
                  <a:schemeClr val="tx1"/>
                </a:solidFill>
              </a:rPr>
              <a:t>	O sinal de        indica o sentido segundo o qual a partícula se movimenta. Se &gt; 0, ou seja, positivo, então deve-se ter x</a:t>
            </a:r>
            <a:r>
              <a:rPr lang="pt-BR" b="0" baseline="-25000" dirty="0">
                <a:solidFill>
                  <a:schemeClr val="tx1"/>
                </a:solidFill>
              </a:rPr>
              <a:t>2</a:t>
            </a:r>
            <a:r>
              <a:rPr lang="pt-BR" b="0" dirty="0">
                <a:solidFill>
                  <a:schemeClr val="tx1"/>
                </a:solidFill>
              </a:rPr>
              <a:t> &gt; x</a:t>
            </a:r>
            <a:r>
              <a:rPr lang="pt-BR" b="0" baseline="-25000" dirty="0">
                <a:solidFill>
                  <a:schemeClr val="tx1"/>
                </a:solidFill>
              </a:rPr>
              <a:t>1</a:t>
            </a:r>
            <a:r>
              <a:rPr lang="pt-BR" b="0" dirty="0">
                <a:solidFill>
                  <a:schemeClr val="tx1"/>
                </a:solidFill>
              </a:rPr>
              <a:t> e a partícula move-se de modo que x aumenta com o tempo. Se     &lt; 0 temos o contrário.</a:t>
            </a:r>
          </a:p>
        </p:txBody>
      </p:sp>
      <p:graphicFrame>
        <p:nvGraphicFramePr>
          <p:cNvPr id="9219" name="Object 12"/>
          <p:cNvGraphicFramePr>
            <a:graphicFrameLocks noChangeAspect="1"/>
          </p:cNvGraphicFramePr>
          <p:nvPr>
            <p:extLst>
              <p:ext uri="{D42A27DB-BD31-4B8C-83A1-F6EECF244321}">
                <p14:modId xmlns:p14="http://schemas.microsoft.com/office/powerpoint/2010/main" val="2525613406"/>
              </p:ext>
            </p:extLst>
          </p:nvPr>
        </p:nvGraphicFramePr>
        <p:xfrm>
          <a:off x="971550" y="2308225"/>
          <a:ext cx="2160588" cy="906463"/>
        </p:xfrm>
        <a:graphic>
          <a:graphicData uri="http://schemas.openxmlformats.org/presentationml/2006/ole">
            <mc:AlternateContent xmlns:mc="http://schemas.openxmlformats.org/markup-compatibility/2006">
              <mc:Choice xmlns:v="urn:schemas-microsoft-com:vml" Requires="v">
                <p:oleObj name="Equação" r:id="rId2" imgW="1028520" imgH="431640" progId="Equation.3">
                  <p:embed/>
                </p:oleObj>
              </mc:Choice>
              <mc:Fallback>
                <p:oleObj name="Equação" r:id="rId2" imgW="1028520" imgH="431640" progId="Equation.3">
                  <p:embed/>
                  <p:pic>
                    <p:nvPicPr>
                      <p:cNvPr id="0" name=""/>
                      <p:cNvPicPr>
                        <a:picLocks noChangeAspect="1" noChangeArrowheads="1"/>
                      </p:cNvPicPr>
                      <p:nvPr/>
                    </p:nvPicPr>
                    <p:blipFill>
                      <a:blip r:embed="rId3"/>
                      <a:srcRect/>
                      <a:stretch>
                        <a:fillRect/>
                      </a:stretch>
                    </p:blipFill>
                    <p:spPr bwMode="auto">
                      <a:xfrm>
                        <a:off x="971550" y="2308225"/>
                        <a:ext cx="2160588" cy="906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20" name="Object 13"/>
          <p:cNvGraphicFramePr>
            <a:graphicFrameLocks noChangeAspect="1"/>
          </p:cNvGraphicFramePr>
          <p:nvPr/>
        </p:nvGraphicFramePr>
        <p:xfrm>
          <a:off x="2538413" y="2928938"/>
          <a:ext cx="233362" cy="571500"/>
        </p:xfrm>
        <a:graphic>
          <a:graphicData uri="http://schemas.openxmlformats.org/presentationml/2006/ole">
            <mc:AlternateContent xmlns:mc="http://schemas.openxmlformats.org/markup-compatibility/2006">
              <mc:Choice xmlns:v="urn:schemas-microsoft-com:vml" Requires="v">
                <p:oleObj name="Equation" r:id="rId4" imgW="114250" imgH="279279" progId="Equation.3">
                  <p:embed/>
                </p:oleObj>
              </mc:Choice>
              <mc:Fallback>
                <p:oleObj name="Equation" r:id="rId4" imgW="114250" imgH="279279"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38413" y="2928938"/>
                        <a:ext cx="233362"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21" name="Object 14"/>
          <p:cNvGraphicFramePr>
            <a:graphicFrameLocks noChangeAspect="1"/>
          </p:cNvGraphicFramePr>
          <p:nvPr/>
        </p:nvGraphicFramePr>
        <p:xfrm>
          <a:off x="2195513" y="4370388"/>
          <a:ext cx="233362" cy="571500"/>
        </p:xfrm>
        <a:graphic>
          <a:graphicData uri="http://schemas.openxmlformats.org/presentationml/2006/ole">
            <mc:AlternateContent xmlns:mc="http://schemas.openxmlformats.org/markup-compatibility/2006">
              <mc:Choice xmlns:v="urn:schemas-microsoft-com:vml" Requires="v">
                <p:oleObj name="Equation" r:id="rId6" imgW="114250" imgH="279279" progId="Equation.3">
                  <p:embed/>
                </p:oleObj>
              </mc:Choice>
              <mc:Fallback>
                <p:oleObj name="Equation" r:id="rId6" imgW="114250" imgH="279279"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95513" y="4370388"/>
                        <a:ext cx="233362"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9222" name="Picture 16" descr="novo-3a"/>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84663" y="1989138"/>
            <a:ext cx="4679950" cy="371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540349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8"/>
          <p:cNvSpPr>
            <a:spLocks noChangeArrowheads="1"/>
          </p:cNvSpPr>
          <p:nvPr/>
        </p:nvSpPr>
        <p:spPr bwMode="auto">
          <a:xfrm>
            <a:off x="1" y="85415"/>
            <a:ext cx="9144000" cy="1828706"/>
          </a:xfrm>
          <a:prstGeom prst="rect">
            <a:avLst/>
          </a:prstGeom>
          <a:solidFill>
            <a:schemeClr val="bg1"/>
          </a:solidFill>
          <a:ln>
            <a:noFill/>
          </a:ln>
          <a:effectLst/>
        </p:spPr>
        <p:txBody>
          <a:bodyPr wrap="square" bIns="0">
            <a:spAutoFit/>
          </a:bodyPr>
          <a:lstStyle>
            <a:lvl1pPr>
              <a:defRPr b="1">
                <a:solidFill>
                  <a:schemeClr val="bg2"/>
                </a:solidFill>
                <a:latin typeface="Arial" panose="020B0604020202020204" pitchFamily="34" charset="0"/>
              </a:defRPr>
            </a:lvl1pPr>
            <a:lvl2pPr marL="742950" indent="-285750">
              <a:defRPr b="1">
                <a:solidFill>
                  <a:schemeClr val="bg2"/>
                </a:solidFill>
                <a:latin typeface="Arial" panose="020B0604020202020204" pitchFamily="34" charset="0"/>
              </a:defRPr>
            </a:lvl2pPr>
            <a:lvl3pPr marL="1143000" indent="-228600">
              <a:defRPr b="1">
                <a:solidFill>
                  <a:schemeClr val="bg2"/>
                </a:solidFill>
                <a:latin typeface="Arial" panose="020B0604020202020204" pitchFamily="34" charset="0"/>
              </a:defRPr>
            </a:lvl3pPr>
            <a:lvl4pPr marL="1600200" indent="-228600">
              <a:defRPr b="1">
                <a:solidFill>
                  <a:schemeClr val="bg2"/>
                </a:solidFill>
                <a:latin typeface="Arial" panose="020B0604020202020204" pitchFamily="34" charset="0"/>
              </a:defRPr>
            </a:lvl4pPr>
            <a:lvl5pPr marL="2057400" indent="-228600">
              <a:defRPr b="1">
                <a:solidFill>
                  <a:schemeClr val="bg2"/>
                </a:solidFill>
                <a:latin typeface="Arial" panose="020B0604020202020204" pitchFamily="34" charset="0"/>
              </a:defRPr>
            </a:lvl5pPr>
            <a:lvl6pPr marL="2514600" indent="-228600" eaLnBrk="0" fontAlgn="base" hangingPunct="0">
              <a:spcBef>
                <a:spcPct val="0"/>
              </a:spcBef>
              <a:spcAft>
                <a:spcPct val="0"/>
              </a:spcAft>
              <a:defRPr b="1">
                <a:solidFill>
                  <a:schemeClr val="bg2"/>
                </a:solidFill>
                <a:latin typeface="Arial" panose="020B0604020202020204" pitchFamily="34" charset="0"/>
              </a:defRPr>
            </a:lvl6pPr>
            <a:lvl7pPr marL="2971800" indent="-228600" eaLnBrk="0" fontAlgn="base" hangingPunct="0">
              <a:spcBef>
                <a:spcPct val="0"/>
              </a:spcBef>
              <a:spcAft>
                <a:spcPct val="0"/>
              </a:spcAft>
              <a:defRPr b="1">
                <a:solidFill>
                  <a:schemeClr val="bg2"/>
                </a:solidFill>
                <a:latin typeface="Arial" panose="020B0604020202020204" pitchFamily="34" charset="0"/>
              </a:defRPr>
            </a:lvl7pPr>
            <a:lvl8pPr marL="3429000" indent="-228600" eaLnBrk="0" fontAlgn="base" hangingPunct="0">
              <a:spcBef>
                <a:spcPct val="0"/>
              </a:spcBef>
              <a:spcAft>
                <a:spcPct val="0"/>
              </a:spcAft>
              <a:defRPr b="1">
                <a:solidFill>
                  <a:schemeClr val="bg2"/>
                </a:solidFill>
                <a:latin typeface="Arial" panose="020B0604020202020204" pitchFamily="34" charset="0"/>
              </a:defRPr>
            </a:lvl8pPr>
            <a:lvl9pPr marL="3886200" indent="-228600" eaLnBrk="0" fontAlgn="base" hangingPunct="0">
              <a:spcBef>
                <a:spcPct val="0"/>
              </a:spcBef>
              <a:spcAft>
                <a:spcPct val="0"/>
              </a:spcAft>
              <a:defRPr b="1">
                <a:solidFill>
                  <a:schemeClr val="bg2"/>
                </a:solidFill>
                <a:latin typeface="Arial" panose="020B0604020202020204" pitchFamily="34" charset="0"/>
              </a:defRPr>
            </a:lvl9pPr>
          </a:lstStyle>
          <a:p>
            <a:pPr algn="just">
              <a:lnSpc>
                <a:spcPct val="120000"/>
              </a:lnSpc>
            </a:pPr>
            <a:r>
              <a:rPr lang="pt-BR" dirty="0">
                <a:solidFill>
                  <a:srgbClr val="FF0000"/>
                </a:solidFill>
              </a:rPr>
              <a:t>Exercícios</a:t>
            </a:r>
          </a:p>
          <a:p>
            <a:pPr algn="just" eaLnBrk="1" hangingPunct="1">
              <a:lnSpc>
                <a:spcPct val="120000"/>
              </a:lnSpc>
            </a:pPr>
            <a:endParaRPr lang="pt-BR" sz="1600" dirty="0">
              <a:solidFill>
                <a:schemeClr val="tx1"/>
              </a:solidFill>
            </a:endParaRPr>
          </a:p>
          <a:p>
            <a:pPr algn="just" eaLnBrk="1" hangingPunct="1">
              <a:lnSpc>
                <a:spcPct val="120000"/>
              </a:lnSpc>
            </a:pPr>
            <a:r>
              <a:rPr lang="pt-BR" sz="1600" dirty="0">
                <a:solidFill>
                  <a:schemeClr val="tx1"/>
                </a:solidFill>
              </a:rPr>
              <a:t>01)</a:t>
            </a:r>
            <a:r>
              <a:rPr lang="pt-BR" sz="1600" b="0" dirty="0">
                <a:solidFill>
                  <a:schemeClr val="tx1"/>
                </a:solidFill>
              </a:rPr>
              <a:t>	Imagine que você esteja dirigindo o seu BMW numa estrada, percorrendo 10,3 km a 62,2 km/h, até o momento em que o combustível acabe. Você caminha, então, 1,9 Km até o posto de combustível, em 29 min. Qual é a sua velocidade média desde o instante em que deu a partida no carro até o instante em que chegou no posto de combustível?</a:t>
            </a:r>
          </a:p>
        </p:txBody>
      </p:sp>
    </p:spTree>
    <p:extLst>
      <p:ext uri="{BB962C8B-B14F-4D97-AF65-F5344CB8AC3E}">
        <p14:creationId xmlns:p14="http://schemas.microsoft.com/office/powerpoint/2010/main" val="41639859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8"/>
          <p:cNvSpPr>
            <a:spLocks noChangeArrowheads="1"/>
          </p:cNvSpPr>
          <p:nvPr/>
        </p:nvSpPr>
        <p:spPr bwMode="auto">
          <a:xfrm>
            <a:off x="0" y="123046"/>
            <a:ext cx="9143997" cy="690638"/>
          </a:xfrm>
          <a:prstGeom prst="rect">
            <a:avLst/>
          </a:prstGeom>
          <a:solidFill>
            <a:schemeClr val="bg1"/>
          </a:solidFill>
          <a:ln>
            <a:noFill/>
          </a:ln>
          <a:effectLst/>
        </p:spPr>
        <p:txBody>
          <a:bodyPr wrap="square" bIns="0">
            <a:spAutoFit/>
          </a:bodyPr>
          <a:lstStyle>
            <a:lvl1pPr>
              <a:defRPr b="1">
                <a:solidFill>
                  <a:schemeClr val="bg2"/>
                </a:solidFill>
                <a:latin typeface="Arial" panose="020B0604020202020204" pitchFamily="34" charset="0"/>
              </a:defRPr>
            </a:lvl1pPr>
            <a:lvl2pPr marL="742950" indent="-285750">
              <a:defRPr b="1">
                <a:solidFill>
                  <a:schemeClr val="bg2"/>
                </a:solidFill>
                <a:latin typeface="Arial" panose="020B0604020202020204" pitchFamily="34" charset="0"/>
              </a:defRPr>
            </a:lvl2pPr>
            <a:lvl3pPr marL="1143000" indent="-228600">
              <a:defRPr b="1">
                <a:solidFill>
                  <a:schemeClr val="bg2"/>
                </a:solidFill>
                <a:latin typeface="Arial" panose="020B0604020202020204" pitchFamily="34" charset="0"/>
              </a:defRPr>
            </a:lvl3pPr>
            <a:lvl4pPr marL="1600200" indent="-228600">
              <a:defRPr b="1">
                <a:solidFill>
                  <a:schemeClr val="bg2"/>
                </a:solidFill>
                <a:latin typeface="Arial" panose="020B0604020202020204" pitchFamily="34" charset="0"/>
              </a:defRPr>
            </a:lvl4pPr>
            <a:lvl5pPr marL="2057400" indent="-228600">
              <a:defRPr b="1">
                <a:solidFill>
                  <a:schemeClr val="bg2"/>
                </a:solidFill>
                <a:latin typeface="Arial" panose="020B0604020202020204" pitchFamily="34" charset="0"/>
              </a:defRPr>
            </a:lvl5pPr>
            <a:lvl6pPr marL="2514600" indent="-228600" eaLnBrk="0" fontAlgn="base" hangingPunct="0">
              <a:spcBef>
                <a:spcPct val="0"/>
              </a:spcBef>
              <a:spcAft>
                <a:spcPct val="0"/>
              </a:spcAft>
              <a:defRPr b="1">
                <a:solidFill>
                  <a:schemeClr val="bg2"/>
                </a:solidFill>
                <a:latin typeface="Arial" panose="020B0604020202020204" pitchFamily="34" charset="0"/>
              </a:defRPr>
            </a:lvl6pPr>
            <a:lvl7pPr marL="2971800" indent="-228600" eaLnBrk="0" fontAlgn="base" hangingPunct="0">
              <a:spcBef>
                <a:spcPct val="0"/>
              </a:spcBef>
              <a:spcAft>
                <a:spcPct val="0"/>
              </a:spcAft>
              <a:defRPr b="1">
                <a:solidFill>
                  <a:schemeClr val="bg2"/>
                </a:solidFill>
                <a:latin typeface="Arial" panose="020B0604020202020204" pitchFamily="34" charset="0"/>
              </a:defRPr>
            </a:lvl7pPr>
            <a:lvl8pPr marL="3429000" indent="-228600" eaLnBrk="0" fontAlgn="base" hangingPunct="0">
              <a:spcBef>
                <a:spcPct val="0"/>
              </a:spcBef>
              <a:spcAft>
                <a:spcPct val="0"/>
              </a:spcAft>
              <a:defRPr b="1">
                <a:solidFill>
                  <a:schemeClr val="bg2"/>
                </a:solidFill>
                <a:latin typeface="Arial" panose="020B0604020202020204" pitchFamily="34" charset="0"/>
              </a:defRPr>
            </a:lvl8pPr>
            <a:lvl9pPr marL="3886200" indent="-228600" eaLnBrk="0" fontAlgn="base" hangingPunct="0">
              <a:spcBef>
                <a:spcPct val="0"/>
              </a:spcBef>
              <a:spcAft>
                <a:spcPct val="0"/>
              </a:spcAft>
              <a:defRPr b="1">
                <a:solidFill>
                  <a:schemeClr val="bg2"/>
                </a:solidFill>
                <a:latin typeface="Arial" panose="020B0604020202020204" pitchFamily="34" charset="0"/>
              </a:defRPr>
            </a:lvl9pPr>
          </a:lstStyle>
          <a:p>
            <a:pPr algn="just" eaLnBrk="1" hangingPunct="1">
              <a:lnSpc>
                <a:spcPct val="120000"/>
              </a:lnSpc>
            </a:pPr>
            <a:r>
              <a:rPr lang="pt-BR" sz="1200" dirty="0">
                <a:solidFill>
                  <a:schemeClr val="tx1"/>
                </a:solidFill>
              </a:rPr>
              <a:t>01)</a:t>
            </a:r>
            <a:r>
              <a:rPr lang="pt-BR" sz="1200" b="0" dirty="0">
                <a:solidFill>
                  <a:schemeClr val="tx1"/>
                </a:solidFill>
              </a:rPr>
              <a:t>	Imagine que você esteja dirigindo o seu BMW numa estrada, percorrendo 10,3 km a 62,2 km/h, até o momento em que o combustível acabe. Você caminha, então, 1,9 Km até o posto de combustível, em 29 min. Qual é a sua velocidade média desde o instante em que deu a partida no carro até o instante em que chegou no posto de combustível?</a:t>
            </a:r>
          </a:p>
        </p:txBody>
      </p:sp>
      <p:cxnSp>
        <p:nvCxnSpPr>
          <p:cNvPr id="4" name="Conector de Seta Reta 3"/>
          <p:cNvCxnSpPr/>
          <p:nvPr/>
        </p:nvCxnSpPr>
        <p:spPr>
          <a:xfrm>
            <a:off x="327660" y="2001582"/>
            <a:ext cx="4732020" cy="0"/>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7" name="Conector reto 6"/>
          <p:cNvCxnSpPr/>
          <p:nvPr/>
        </p:nvCxnSpPr>
        <p:spPr>
          <a:xfrm>
            <a:off x="556260" y="1894902"/>
            <a:ext cx="0" cy="23622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graphicFrame>
        <p:nvGraphicFramePr>
          <p:cNvPr id="11" name="Object 12"/>
          <p:cNvGraphicFramePr>
            <a:graphicFrameLocks noChangeAspect="1"/>
          </p:cNvGraphicFramePr>
          <p:nvPr/>
        </p:nvGraphicFramePr>
        <p:xfrm>
          <a:off x="123275" y="2250820"/>
          <a:ext cx="865969" cy="636587"/>
        </p:xfrm>
        <a:graphic>
          <a:graphicData uri="http://schemas.openxmlformats.org/presentationml/2006/ole">
            <mc:AlternateContent xmlns:mc="http://schemas.openxmlformats.org/markup-compatibility/2006">
              <mc:Choice xmlns:v="urn:schemas-microsoft-com:vml" Requires="v">
                <p:oleObj name="Equação" r:id="rId2" imgW="622080" imgH="457200" progId="Equation.3">
                  <p:embed/>
                </p:oleObj>
              </mc:Choice>
              <mc:Fallback>
                <p:oleObj name="Equação" r:id="rId2" imgW="622080" imgH="457200" progId="Equation.3">
                  <p:embed/>
                  <p:pic>
                    <p:nvPicPr>
                      <p:cNvPr id="11" name="Object 12"/>
                      <p:cNvPicPr>
                        <a:picLocks noChangeAspect="1" noChangeArrowheads="1"/>
                      </p:cNvPicPr>
                      <p:nvPr/>
                    </p:nvPicPr>
                    <p:blipFill>
                      <a:blip r:embed="rId3"/>
                      <a:srcRect/>
                      <a:stretch>
                        <a:fillRect/>
                      </a:stretch>
                    </p:blipFill>
                    <p:spPr bwMode="auto">
                      <a:xfrm>
                        <a:off x="123275" y="2250820"/>
                        <a:ext cx="865969" cy="636587"/>
                      </a:xfrm>
                      <a:prstGeom prst="rect">
                        <a:avLst/>
                      </a:prstGeom>
                      <a:noFill/>
                      <a:ln>
                        <a:noFill/>
                      </a:ln>
                      <a:effectLst/>
                    </p:spPr>
                  </p:pic>
                </p:oleObj>
              </mc:Fallback>
            </mc:AlternateContent>
          </a:graphicData>
        </a:graphic>
      </p:graphicFrame>
      <p:cxnSp>
        <p:nvCxnSpPr>
          <p:cNvPr id="12" name="Conector reto 11"/>
          <p:cNvCxnSpPr/>
          <p:nvPr/>
        </p:nvCxnSpPr>
        <p:spPr>
          <a:xfrm>
            <a:off x="3070860" y="1883472"/>
            <a:ext cx="0" cy="23622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graphicFrame>
        <p:nvGraphicFramePr>
          <p:cNvPr id="13" name="Object 12"/>
          <p:cNvGraphicFramePr>
            <a:graphicFrameLocks noChangeAspect="1"/>
          </p:cNvGraphicFramePr>
          <p:nvPr/>
        </p:nvGraphicFramePr>
        <p:xfrm>
          <a:off x="2532697" y="2186367"/>
          <a:ext cx="1076325" cy="636587"/>
        </p:xfrm>
        <a:graphic>
          <a:graphicData uri="http://schemas.openxmlformats.org/presentationml/2006/ole">
            <mc:AlternateContent xmlns:mc="http://schemas.openxmlformats.org/markup-compatibility/2006">
              <mc:Choice xmlns:v="urn:schemas-microsoft-com:vml" Requires="v">
                <p:oleObj name="Equação" r:id="rId4" imgW="774360" imgH="457200" progId="Equation.3">
                  <p:embed/>
                </p:oleObj>
              </mc:Choice>
              <mc:Fallback>
                <p:oleObj name="Equação" r:id="rId4" imgW="774360" imgH="457200" progId="Equation.3">
                  <p:embed/>
                  <p:pic>
                    <p:nvPicPr>
                      <p:cNvPr id="13" name="Object 12"/>
                      <p:cNvPicPr>
                        <a:picLocks noChangeAspect="1" noChangeArrowheads="1"/>
                      </p:cNvPicPr>
                      <p:nvPr/>
                    </p:nvPicPr>
                    <p:blipFill>
                      <a:blip r:embed="rId5"/>
                      <a:srcRect/>
                      <a:stretch>
                        <a:fillRect/>
                      </a:stretch>
                    </p:blipFill>
                    <p:spPr bwMode="auto">
                      <a:xfrm>
                        <a:off x="2532697" y="2186367"/>
                        <a:ext cx="1076325" cy="636587"/>
                      </a:xfrm>
                      <a:prstGeom prst="rect">
                        <a:avLst/>
                      </a:prstGeom>
                      <a:noFill/>
                      <a:ln>
                        <a:noFill/>
                      </a:ln>
                      <a:effectLst/>
                    </p:spPr>
                  </p:pic>
                </p:oleObj>
              </mc:Fallback>
            </mc:AlternateContent>
          </a:graphicData>
        </a:graphic>
      </p:graphicFrame>
      <p:cxnSp>
        <p:nvCxnSpPr>
          <p:cNvPr id="14" name="Conector reto 13"/>
          <p:cNvCxnSpPr/>
          <p:nvPr/>
        </p:nvCxnSpPr>
        <p:spPr>
          <a:xfrm>
            <a:off x="4693920" y="1883472"/>
            <a:ext cx="0" cy="23622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graphicFrame>
        <p:nvGraphicFramePr>
          <p:cNvPr id="15" name="Object 12"/>
          <p:cNvGraphicFramePr>
            <a:graphicFrameLocks noChangeAspect="1"/>
          </p:cNvGraphicFramePr>
          <p:nvPr/>
        </p:nvGraphicFramePr>
        <p:xfrm>
          <a:off x="4384675" y="2187002"/>
          <a:ext cx="600075" cy="636588"/>
        </p:xfrm>
        <a:graphic>
          <a:graphicData uri="http://schemas.openxmlformats.org/presentationml/2006/ole">
            <mc:AlternateContent xmlns:mc="http://schemas.openxmlformats.org/markup-compatibility/2006">
              <mc:Choice xmlns:v="urn:schemas-microsoft-com:vml" Requires="v">
                <p:oleObj name="Equação" r:id="rId6" imgW="431640" imgH="457200" progId="Equation.3">
                  <p:embed/>
                </p:oleObj>
              </mc:Choice>
              <mc:Fallback>
                <p:oleObj name="Equação" r:id="rId6" imgW="431640" imgH="457200" progId="Equation.3">
                  <p:embed/>
                  <p:pic>
                    <p:nvPicPr>
                      <p:cNvPr id="15" name="Object 12"/>
                      <p:cNvPicPr>
                        <a:picLocks noChangeAspect="1" noChangeArrowheads="1"/>
                      </p:cNvPicPr>
                      <p:nvPr/>
                    </p:nvPicPr>
                    <p:blipFill>
                      <a:blip r:embed="rId7"/>
                      <a:srcRect/>
                      <a:stretch>
                        <a:fillRect/>
                      </a:stretch>
                    </p:blipFill>
                    <p:spPr bwMode="auto">
                      <a:xfrm>
                        <a:off x="4384675" y="2187002"/>
                        <a:ext cx="600075" cy="636588"/>
                      </a:xfrm>
                      <a:prstGeom prst="rect">
                        <a:avLst/>
                      </a:prstGeom>
                      <a:noFill/>
                      <a:ln>
                        <a:noFill/>
                      </a:ln>
                      <a:effectLst/>
                    </p:spPr>
                  </p:pic>
                </p:oleObj>
              </mc:Fallback>
            </mc:AlternateContent>
          </a:graphicData>
        </a:graphic>
      </p:graphicFrame>
      <p:cxnSp>
        <p:nvCxnSpPr>
          <p:cNvPr id="16" name="Conector de Seta Reta 15"/>
          <p:cNvCxnSpPr/>
          <p:nvPr/>
        </p:nvCxnSpPr>
        <p:spPr>
          <a:xfrm>
            <a:off x="556260" y="1431034"/>
            <a:ext cx="0" cy="402319"/>
          </a:xfrm>
          <a:prstGeom prst="straightConnector1">
            <a:avLst/>
          </a:prstGeom>
          <a:ln>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8" name="CaixaDeTexto 17"/>
          <p:cNvSpPr txBox="1"/>
          <p:nvPr/>
        </p:nvSpPr>
        <p:spPr>
          <a:xfrm>
            <a:off x="360068" y="1060949"/>
            <a:ext cx="1455848" cy="369332"/>
          </a:xfrm>
          <a:prstGeom prst="rect">
            <a:avLst/>
          </a:prstGeom>
          <a:noFill/>
        </p:spPr>
        <p:txBody>
          <a:bodyPr wrap="none" rtlCol="0">
            <a:spAutoFit/>
          </a:bodyPr>
          <a:lstStyle/>
          <a:p>
            <a:pPr algn="ctr"/>
            <a:r>
              <a:rPr lang="pt-BR" dirty="0"/>
              <a:t>Deu a partida</a:t>
            </a:r>
          </a:p>
        </p:txBody>
      </p:sp>
      <p:sp>
        <p:nvSpPr>
          <p:cNvPr id="20" name="CaixaDeTexto 19"/>
          <p:cNvSpPr txBox="1"/>
          <p:nvPr/>
        </p:nvSpPr>
        <p:spPr>
          <a:xfrm>
            <a:off x="3807299" y="854137"/>
            <a:ext cx="1773242" cy="646331"/>
          </a:xfrm>
          <a:prstGeom prst="rect">
            <a:avLst/>
          </a:prstGeom>
          <a:noFill/>
        </p:spPr>
        <p:txBody>
          <a:bodyPr wrap="none" rtlCol="0">
            <a:spAutoFit/>
          </a:bodyPr>
          <a:lstStyle/>
          <a:p>
            <a:pPr algn="ctr"/>
            <a:r>
              <a:rPr lang="pt-BR" dirty="0"/>
              <a:t>Chegou no posto</a:t>
            </a:r>
          </a:p>
          <a:p>
            <a:pPr algn="ctr"/>
            <a:r>
              <a:rPr lang="pt-BR" dirty="0"/>
              <a:t>de combustível</a:t>
            </a:r>
          </a:p>
        </p:txBody>
      </p:sp>
      <p:cxnSp>
        <p:nvCxnSpPr>
          <p:cNvPr id="21" name="Conector de Seta Reta 20"/>
          <p:cNvCxnSpPr/>
          <p:nvPr/>
        </p:nvCxnSpPr>
        <p:spPr>
          <a:xfrm>
            <a:off x="4693920" y="1447118"/>
            <a:ext cx="0" cy="402319"/>
          </a:xfrm>
          <a:prstGeom prst="straightConnector1">
            <a:avLst/>
          </a:prstGeom>
          <a:ln>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22" name="CaixaDeTexto 21"/>
          <p:cNvSpPr txBox="1"/>
          <p:nvPr/>
        </p:nvSpPr>
        <p:spPr>
          <a:xfrm rot="5400000">
            <a:off x="3634014" y="1474354"/>
            <a:ext cx="346570" cy="707886"/>
          </a:xfrm>
          <a:prstGeom prst="rect">
            <a:avLst/>
          </a:prstGeom>
          <a:noFill/>
        </p:spPr>
        <p:txBody>
          <a:bodyPr wrap="none" rtlCol="0">
            <a:spAutoFit/>
          </a:bodyPr>
          <a:lstStyle/>
          <a:p>
            <a:r>
              <a:rPr lang="pt-BR" sz="4000" dirty="0"/>
              <a:t>{</a:t>
            </a:r>
          </a:p>
        </p:txBody>
      </p:sp>
      <p:graphicFrame>
        <p:nvGraphicFramePr>
          <p:cNvPr id="24" name="Object 12"/>
          <p:cNvGraphicFramePr>
            <a:graphicFrameLocks noChangeAspect="1"/>
          </p:cNvGraphicFramePr>
          <p:nvPr/>
        </p:nvGraphicFramePr>
        <p:xfrm>
          <a:off x="3511532" y="1351502"/>
          <a:ext cx="722312" cy="433387"/>
        </p:xfrm>
        <a:graphic>
          <a:graphicData uri="http://schemas.openxmlformats.org/presentationml/2006/ole">
            <mc:AlternateContent xmlns:mc="http://schemas.openxmlformats.org/markup-compatibility/2006">
              <mc:Choice xmlns:v="urn:schemas-microsoft-com:vml" Requires="v">
                <p:oleObj name="Equação" r:id="rId8" imgW="380880" imgH="228600" progId="Equation.3">
                  <p:embed/>
                </p:oleObj>
              </mc:Choice>
              <mc:Fallback>
                <p:oleObj name="Equação" r:id="rId8" imgW="380880" imgH="228600" progId="Equation.3">
                  <p:embed/>
                  <p:pic>
                    <p:nvPicPr>
                      <p:cNvPr id="24" name="Object 12"/>
                      <p:cNvPicPr>
                        <a:picLocks noChangeAspect="1" noChangeArrowheads="1"/>
                      </p:cNvPicPr>
                      <p:nvPr/>
                    </p:nvPicPr>
                    <p:blipFill>
                      <a:blip r:embed="rId9"/>
                      <a:srcRect/>
                      <a:stretch>
                        <a:fillRect/>
                      </a:stretch>
                    </p:blipFill>
                    <p:spPr bwMode="auto">
                      <a:xfrm>
                        <a:off x="3511532" y="1351502"/>
                        <a:ext cx="722312" cy="433387"/>
                      </a:xfrm>
                      <a:prstGeom prst="rect">
                        <a:avLst/>
                      </a:prstGeom>
                      <a:noFill/>
                      <a:ln>
                        <a:noFill/>
                      </a:ln>
                      <a:effectLst/>
                    </p:spPr>
                  </p:pic>
                </p:oleObj>
              </mc:Fallback>
            </mc:AlternateContent>
          </a:graphicData>
        </a:graphic>
      </p:graphicFrame>
      <p:sp>
        <p:nvSpPr>
          <p:cNvPr id="29" name="CaixaDeTexto 28"/>
          <p:cNvSpPr txBox="1"/>
          <p:nvPr/>
        </p:nvSpPr>
        <p:spPr>
          <a:xfrm rot="16200000">
            <a:off x="3565434" y="2339867"/>
            <a:ext cx="346570" cy="707886"/>
          </a:xfrm>
          <a:prstGeom prst="rect">
            <a:avLst/>
          </a:prstGeom>
          <a:noFill/>
        </p:spPr>
        <p:txBody>
          <a:bodyPr wrap="square" rtlCol="0">
            <a:spAutoFit/>
          </a:bodyPr>
          <a:lstStyle/>
          <a:p>
            <a:r>
              <a:rPr lang="pt-BR" sz="4000" dirty="0"/>
              <a:t>{</a:t>
            </a:r>
          </a:p>
        </p:txBody>
      </p:sp>
      <p:graphicFrame>
        <p:nvGraphicFramePr>
          <p:cNvPr id="30" name="Object 12"/>
          <p:cNvGraphicFramePr>
            <a:graphicFrameLocks noChangeAspect="1"/>
          </p:cNvGraphicFramePr>
          <p:nvPr/>
        </p:nvGraphicFramePr>
        <p:xfrm>
          <a:off x="3282950" y="2806204"/>
          <a:ext cx="1135063" cy="276225"/>
        </p:xfrm>
        <a:graphic>
          <a:graphicData uri="http://schemas.openxmlformats.org/presentationml/2006/ole">
            <mc:AlternateContent xmlns:mc="http://schemas.openxmlformats.org/markup-compatibility/2006">
              <mc:Choice xmlns:v="urn:schemas-microsoft-com:vml" Requires="v">
                <p:oleObj name="Equação" r:id="rId10" imgW="939600" imgH="228600" progId="Equation.3">
                  <p:embed/>
                </p:oleObj>
              </mc:Choice>
              <mc:Fallback>
                <p:oleObj name="Equação" r:id="rId10" imgW="939600" imgH="228600" progId="Equation.3">
                  <p:embed/>
                  <p:pic>
                    <p:nvPicPr>
                      <p:cNvPr id="30" name="Object 12"/>
                      <p:cNvPicPr>
                        <a:picLocks noChangeAspect="1" noChangeArrowheads="1"/>
                      </p:cNvPicPr>
                      <p:nvPr/>
                    </p:nvPicPr>
                    <p:blipFill>
                      <a:blip r:embed="rId11"/>
                      <a:srcRect/>
                      <a:stretch>
                        <a:fillRect/>
                      </a:stretch>
                    </p:blipFill>
                    <p:spPr bwMode="auto">
                      <a:xfrm>
                        <a:off x="3282950" y="2806204"/>
                        <a:ext cx="1135063" cy="276225"/>
                      </a:xfrm>
                      <a:prstGeom prst="rect">
                        <a:avLst/>
                      </a:prstGeom>
                      <a:noFill/>
                      <a:ln>
                        <a:noFill/>
                      </a:ln>
                      <a:effectLst/>
                    </p:spPr>
                  </p:pic>
                </p:oleObj>
              </mc:Fallback>
            </mc:AlternateContent>
          </a:graphicData>
        </a:graphic>
      </p:graphicFrame>
      <p:graphicFrame>
        <p:nvGraphicFramePr>
          <p:cNvPr id="34" name="Object 12"/>
          <p:cNvGraphicFramePr>
            <a:graphicFrameLocks noChangeAspect="1"/>
          </p:cNvGraphicFramePr>
          <p:nvPr/>
        </p:nvGraphicFramePr>
        <p:xfrm>
          <a:off x="1171391" y="1441499"/>
          <a:ext cx="1289050" cy="276225"/>
        </p:xfrm>
        <a:graphic>
          <a:graphicData uri="http://schemas.openxmlformats.org/presentationml/2006/ole">
            <mc:AlternateContent xmlns:mc="http://schemas.openxmlformats.org/markup-compatibility/2006">
              <mc:Choice xmlns:v="urn:schemas-microsoft-com:vml" Requires="v">
                <p:oleObj name="Equação" r:id="rId12" imgW="1066680" imgH="228600" progId="Equation.3">
                  <p:embed/>
                </p:oleObj>
              </mc:Choice>
              <mc:Fallback>
                <p:oleObj name="Equação" r:id="rId12" imgW="1066680" imgH="228600" progId="Equation.3">
                  <p:embed/>
                  <p:pic>
                    <p:nvPicPr>
                      <p:cNvPr id="34" name="Object 12"/>
                      <p:cNvPicPr>
                        <a:picLocks noChangeAspect="1" noChangeArrowheads="1"/>
                      </p:cNvPicPr>
                      <p:nvPr/>
                    </p:nvPicPr>
                    <p:blipFill>
                      <a:blip r:embed="rId13"/>
                      <a:srcRect/>
                      <a:stretch>
                        <a:fillRect/>
                      </a:stretch>
                    </p:blipFill>
                    <p:spPr bwMode="auto">
                      <a:xfrm>
                        <a:off x="1171391" y="1441499"/>
                        <a:ext cx="1289050" cy="276225"/>
                      </a:xfrm>
                      <a:prstGeom prst="rect">
                        <a:avLst/>
                      </a:prstGeom>
                      <a:noFill/>
                      <a:ln>
                        <a:noFill/>
                      </a:ln>
                      <a:effectLst/>
                    </p:spPr>
                  </p:pic>
                </p:oleObj>
              </mc:Fallback>
            </mc:AlternateContent>
          </a:graphicData>
        </a:graphic>
      </p:graphicFrame>
      <p:graphicFrame>
        <p:nvGraphicFramePr>
          <p:cNvPr id="19" name="Object 12"/>
          <p:cNvGraphicFramePr>
            <a:graphicFrameLocks noChangeAspect="1"/>
          </p:cNvGraphicFramePr>
          <p:nvPr/>
        </p:nvGraphicFramePr>
        <p:xfrm>
          <a:off x="5810270" y="923670"/>
          <a:ext cx="2652713" cy="1289050"/>
        </p:xfrm>
        <a:graphic>
          <a:graphicData uri="http://schemas.openxmlformats.org/presentationml/2006/ole">
            <mc:AlternateContent xmlns:mc="http://schemas.openxmlformats.org/markup-compatibility/2006">
              <mc:Choice xmlns:v="urn:schemas-microsoft-com:vml" Requires="v">
                <p:oleObj name="Equação" r:id="rId14" imgW="2197080" imgH="1066680" progId="Equation.3">
                  <p:embed/>
                </p:oleObj>
              </mc:Choice>
              <mc:Fallback>
                <p:oleObj name="Equação" r:id="rId14" imgW="2197080" imgH="1066680" progId="Equation.3">
                  <p:embed/>
                  <p:pic>
                    <p:nvPicPr>
                      <p:cNvPr id="19" name="Object 12"/>
                      <p:cNvPicPr>
                        <a:picLocks noChangeAspect="1" noChangeArrowheads="1"/>
                      </p:cNvPicPr>
                      <p:nvPr/>
                    </p:nvPicPr>
                    <p:blipFill>
                      <a:blip r:embed="rId15"/>
                      <a:srcRect/>
                      <a:stretch>
                        <a:fillRect/>
                      </a:stretch>
                    </p:blipFill>
                    <p:spPr bwMode="auto">
                      <a:xfrm>
                        <a:off x="5810270" y="923670"/>
                        <a:ext cx="2652713" cy="1289050"/>
                      </a:xfrm>
                      <a:prstGeom prst="rect">
                        <a:avLst/>
                      </a:prstGeom>
                      <a:noFill/>
                      <a:ln>
                        <a:noFill/>
                      </a:ln>
                      <a:effectLst/>
                    </p:spPr>
                  </p:pic>
                </p:oleObj>
              </mc:Fallback>
            </mc:AlternateContent>
          </a:graphicData>
        </a:graphic>
      </p:graphicFrame>
      <p:sp>
        <p:nvSpPr>
          <p:cNvPr id="2" name="Retângulo 1"/>
          <p:cNvSpPr/>
          <p:nvPr/>
        </p:nvSpPr>
        <p:spPr>
          <a:xfrm>
            <a:off x="7620000" y="1784889"/>
            <a:ext cx="901700" cy="334803"/>
          </a:xfrm>
          <a:prstGeom prst="rect">
            <a:avLst/>
          </a:prstGeom>
          <a:noFill/>
          <a:ln w="28575">
            <a:solidFill>
              <a:srgbClr val="00B0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3" name="CaixaDeTexto 2"/>
          <p:cNvSpPr txBox="1"/>
          <p:nvPr/>
        </p:nvSpPr>
        <p:spPr>
          <a:xfrm>
            <a:off x="0" y="3021251"/>
            <a:ext cx="1243289" cy="369332"/>
          </a:xfrm>
          <a:prstGeom prst="rect">
            <a:avLst/>
          </a:prstGeom>
          <a:noFill/>
        </p:spPr>
        <p:txBody>
          <a:bodyPr wrap="none" rtlCol="0">
            <a:spAutoFit/>
          </a:bodyPr>
          <a:lstStyle/>
          <a:p>
            <a:r>
              <a:rPr lang="pt-BR" b="1" dirty="0">
                <a:solidFill>
                  <a:srgbClr val="FF0000"/>
                </a:solidFill>
              </a:rPr>
              <a:t>Queremos:</a:t>
            </a:r>
          </a:p>
        </p:txBody>
      </p:sp>
      <p:graphicFrame>
        <p:nvGraphicFramePr>
          <p:cNvPr id="23" name="Object 12"/>
          <p:cNvGraphicFramePr>
            <a:graphicFrameLocks noChangeAspect="1"/>
          </p:cNvGraphicFramePr>
          <p:nvPr/>
        </p:nvGraphicFramePr>
        <p:xfrm>
          <a:off x="1217758" y="2989501"/>
          <a:ext cx="598158" cy="466725"/>
        </p:xfrm>
        <a:graphic>
          <a:graphicData uri="http://schemas.openxmlformats.org/presentationml/2006/ole">
            <mc:AlternateContent xmlns:mc="http://schemas.openxmlformats.org/markup-compatibility/2006">
              <mc:Choice xmlns:v="urn:schemas-microsoft-com:vml" Requires="v">
                <p:oleObj name="Equação" r:id="rId16" imgW="291960" imgH="228600" progId="Equation.3">
                  <p:embed/>
                </p:oleObj>
              </mc:Choice>
              <mc:Fallback>
                <p:oleObj name="Equação" r:id="rId16" imgW="291960" imgH="228600" progId="Equation.3">
                  <p:embed/>
                  <p:pic>
                    <p:nvPicPr>
                      <p:cNvPr id="23" name="Object 12"/>
                      <p:cNvPicPr>
                        <a:picLocks noChangeAspect="1" noChangeArrowheads="1"/>
                      </p:cNvPicPr>
                      <p:nvPr/>
                    </p:nvPicPr>
                    <p:blipFill>
                      <a:blip r:embed="rId17"/>
                      <a:srcRect/>
                      <a:stretch>
                        <a:fillRect/>
                      </a:stretch>
                    </p:blipFill>
                    <p:spPr bwMode="auto">
                      <a:xfrm>
                        <a:off x="1217758" y="2989501"/>
                        <a:ext cx="598158" cy="466725"/>
                      </a:xfrm>
                      <a:prstGeom prst="rect">
                        <a:avLst/>
                      </a:prstGeom>
                      <a:noFill/>
                      <a:ln>
                        <a:noFill/>
                      </a:ln>
                      <a:effectLst/>
                    </p:spPr>
                  </p:pic>
                </p:oleObj>
              </mc:Fallback>
            </mc:AlternateContent>
          </a:graphicData>
        </a:graphic>
      </p:graphicFrame>
      <p:graphicFrame>
        <p:nvGraphicFramePr>
          <p:cNvPr id="25" name="Object 12"/>
          <p:cNvGraphicFramePr>
            <a:graphicFrameLocks noChangeAspect="1"/>
          </p:cNvGraphicFramePr>
          <p:nvPr/>
        </p:nvGraphicFramePr>
        <p:xfrm>
          <a:off x="34924" y="3468857"/>
          <a:ext cx="3035935" cy="747529"/>
        </p:xfrm>
        <a:graphic>
          <a:graphicData uri="http://schemas.openxmlformats.org/presentationml/2006/ole">
            <mc:AlternateContent xmlns:mc="http://schemas.openxmlformats.org/markup-compatibility/2006">
              <mc:Choice xmlns:v="urn:schemas-microsoft-com:vml" Requires="v">
                <p:oleObj name="Equação" r:id="rId18" imgW="1752480" imgH="431640" progId="Equation.3">
                  <p:embed/>
                </p:oleObj>
              </mc:Choice>
              <mc:Fallback>
                <p:oleObj name="Equação" r:id="rId18" imgW="1752480" imgH="431640" progId="Equation.3">
                  <p:embed/>
                  <p:pic>
                    <p:nvPicPr>
                      <p:cNvPr id="25" name="Object 12"/>
                      <p:cNvPicPr>
                        <a:picLocks noChangeAspect="1" noChangeArrowheads="1"/>
                      </p:cNvPicPr>
                      <p:nvPr/>
                    </p:nvPicPr>
                    <p:blipFill>
                      <a:blip r:embed="rId19"/>
                      <a:srcRect/>
                      <a:stretch>
                        <a:fillRect/>
                      </a:stretch>
                    </p:blipFill>
                    <p:spPr bwMode="auto">
                      <a:xfrm>
                        <a:off x="34924" y="3468857"/>
                        <a:ext cx="3035935" cy="747529"/>
                      </a:xfrm>
                      <a:prstGeom prst="rect">
                        <a:avLst/>
                      </a:prstGeom>
                      <a:noFill/>
                      <a:ln>
                        <a:noFill/>
                      </a:ln>
                      <a:effectLst/>
                    </p:spPr>
                  </p:pic>
                </p:oleObj>
              </mc:Fallback>
            </mc:AlternateContent>
          </a:graphicData>
        </a:graphic>
      </p:graphicFrame>
      <p:graphicFrame>
        <p:nvGraphicFramePr>
          <p:cNvPr id="26" name="Object 12"/>
          <p:cNvGraphicFramePr>
            <a:graphicFrameLocks noChangeAspect="1"/>
          </p:cNvGraphicFramePr>
          <p:nvPr/>
        </p:nvGraphicFramePr>
        <p:xfrm>
          <a:off x="69540" y="4273712"/>
          <a:ext cx="3587751" cy="2286000"/>
        </p:xfrm>
        <a:graphic>
          <a:graphicData uri="http://schemas.openxmlformats.org/presentationml/2006/ole">
            <mc:AlternateContent xmlns:mc="http://schemas.openxmlformats.org/markup-compatibility/2006">
              <mc:Choice xmlns:v="urn:schemas-microsoft-com:vml" Requires="v">
                <p:oleObj name="Equação" r:id="rId20" imgW="2070000" imgH="1320480" progId="Equation.3">
                  <p:embed/>
                </p:oleObj>
              </mc:Choice>
              <mc:Fallback>
                <p:oleObj name="Equação" r:id="rId20" imgW="2070000" imgH="1320480" progId="Equation.3">
                  <p:embed/>
                  <p:pic>
                    <p:nvPicPr>
                      <p:cNvPr id="26" name="Object 12"/>
                      <p:cNvPicPr>
                        <a:picLocks noChangeAspect="1" noChangeArrowheads="1"/>
                      </p:cNvPicPr>
                      <p:nvPr/>
                    </p:nvPicPr>
                    <p:blipFill>
                      <a:blip r:embed="rId21"/>
                      <a:srcRect/>
                      <a:stretch>
                        <a:fillRect/>
                      </a:stretch>
                    </p:blipFill>
                    <p:spPr bwMode="auto">
                      <a:xfrm>
                        <a:off x="69540" y="4273712"/>
                        <a:ext cx="3587751" cy="2286000"/>
                      </a:xfrm>
                      <a:prstGeom prst="rect">
                        <a:avLst/>
                      </a:prstGeom>
                      <a:noFill/>
                      <a:ln>
                        <a:noFill/>
                      </a:ln>
                      <a:effectLst/>
                    </p:spPr>
                  </p:pic>
                </p:oleObj>
              </mc:Fallback>
            </mc:AlternateContent>
          </a:graphicData>
        </a:graphic>
      </p:graphicFrame>
      <p:graphicFrame>
        <p:nvGraphicFramePr>
          <p:cNvPr id="27" name="Object 12"/>
          <p:cNvGraphicFramePr>
            <a:graphicFrameLocks noChangeAspect="1"/>
          </p:cNvGraphicFramePr>
          <p:nvPr/>
        </p:nvGraphicFramePr>
        <p:xfrm>
          <a:off x="5485765" y="2504660"/>
          <a:ext cx="3035935" cy="747529"/>
        </p:xfrm>
        <a:graphic>
          <a:graphicData uri="http://schemas.openxmlformats.org/presentationml/2006/ole">
            <mc:AlternateContent xmlns:mc="http://schemas.openxmlformats.org/markup-compatibility/2006">
              <mc:Choice xmlns:v="urn:schemas-microsoft-com:vml" Requires="v">
                <p:oleObj name="Equação" r:id="rId22" imgW="1752480" imgH="431640" progId="Equation.3">
                  <p:embed/>
                </p:oleObj>
              </mc:Choice>
              <mc:Fallback>
                <p:oleObj name="Equação" r:id="rId22" imgW="1752480" imgH="431640" progId="Equation.3">
                  <p:embed/>
                  <p:pic>
                    <p:nvPicPr>
                      <p:cNvPr id="27" name="Object 12"/>
                      <p:cNvPicPr>
                        <a:picLocks noChangeAspect="1" noChangeArrowheads="1"/>
                      </p:cNvPicPr>
                      <p:nvPr/>
                    </p:nvPicPr>
                    <p:blipFill>
                      <a:blip r:embed="rId23"/>
                      <a:srcRect/>
                      <a:stretch>
                        <a:fillRect/>
                      </a:stretch>
                    </p:blipFill>
                    <p:spPr bwMode="auto">
                      <a:xfrm>
                        <a:off x="5485765" y="2504660"/>
                        <a:ext cx="3035935" cy="747529"/>
                      </a:xfrm>
                      <a:prstGeom prst="rect">
                        <a:avLst/>
                      </a:prstGeom>
                      <a:noFill/>
                      <a:ln>
                        <a:noFill/>
                      </a:ln>
                      <a:effectLst/>
                    </p:spPr>
                  </p:pic>
                </p:oleObj>
              </mc:Fallback>
            </mc:AlternateContent>
          </a:graphicData>
        </a:graphic>
      </p:graphicFrame>
      <p:graphicFrame>
        <p:nvGraphicFramePr>
          <p:cNvPr id="28" name="Object 12"/>
          <p:cNvGraphicFramePr>
            <a:graphicFrameLocks noChangeAspect="1"/>
          </p:cNvGraphicFramePr>
          <p:nvPr/>
        </p:nvGraphicFramePr>
        <p:xfrm>
          <a:off x="5009858" y="3288122"/>
          <a:ext cx="3489324" cy="784990"/>
        </p:xfrm>
        <a:graphic>
          <a:graphicData uri="http://schemas.openxmlformats.org/presentationml/2006/ole">
            <mc:AlternateContent xmlns:mc="http://schemas.openxmlformats.org/markup-compatibility/2006">
              <mc:Choice xmlns:v="urn:schemas-microsoft-com:vml" Requires="v">
                <p:oleObj name="Equação" r:id="rId24" imgW="2031840" imgH="457200" progId="Equation.3">
                  <p:embed/>
                </p:oleObj>
              </mc:Choice>
              <mc:Fallback>
                <p:oleObj name="Equação" r:id="rId24" imgW="2031840" imgH="457200" progId="Equation.3">
                  <p:embed/>
                  <p:pic>
                    <p:nvPicPr>
                      <p:cNvPr id="28" name="Object 12"/>
                      <p:cNvPicPr>
                        <a:picLocks noChangeAspect="1" noChangeArrowheads="1"/>
                      </p:cNvPicPr>
                      <p:nvPr/>
                    </p:nvPicPr>
                    <p:blipFill>
                      <a:blip r:embed="rId25"/>
                      <a:srcRect/>
                      <a:stretch>
                        <a:fillRect/>
                      </a:stretch>
                    </p:blipFill>
                    <p:spPr bwMode="auto">
                      <a:xfrm>
                        <a:off x="5009858" y="3288122"/>
                        <a:ext cx="3489324" cy="784990"/>
                      </a:xfrm>
                      <a:prstGeom prst="rect">
                        <a:avLst/>
                      </a:prstGeom>
                      <a:noFill/>
                      <a:ln>
                        <a:noFill/>
                      </a:ln>
                      <a:effectLst/>
                    </p:spPr>
                  </p:pic>
                </p:oleObj>
              </mc:Fallback>
            </mc:AlternateContent>
          </a:graphicData>
        </a:graphic>
      </p:graphicFrame>
      <p:sp>
        <p:nvSpPr>
          <p:cNvPr id="5" name="CaixaDeTexto 4"/>
          <p:cNvSpPr txBox="1"/>
          <p:nvPr/>
        </p:nvSpPr>
        <p:spPr>
          <a:xfrm>
            <a:off x="3457830" y="3267525"/>
            <a:ext cx="1552028" cy="369332"/>
          </a:xfrm>
          <a:prstGeom prst="rect">
            <a:avLst/>
          </a:prstGeom>
          <a:noFill/>
        </p:spPr>
        <p:txBody>
          <a:bodyPr wrap="none" rtlCol="0">
            <a:spAutoFit/>
          </a:bodyPr>
          <a:lstStyle/>
          <a:p>
            <a:r>
              <a:rPr lang="pt-BR" dirty="0"/>
              <a:t>Calculando x</a:t>
            </a:r>
            <a:r>
              <a:rPr lang="pt-BR" baseline="-25000" dirty="0"/>
              <a:t>2</a:t>
            </a:r>
            <a:r>
              <a:rPr lang="pt-BR" dirty="0"/>
              <a:t>:</a:t>
            </a:r>
          </a:p>
        </p:txBody>
      </p:sp>
      <p:sp>
        <p:nvSpPr>
          <p:cNvPr id="31" name="Retângulo 30"/>
          <p:cNvSpPr/>
          <p:nvPr/>
        </p:nvSpPr>
        <p:spPr>
          <a:xfrm>
            <a:off x="6798970" y="3715329"/>
            <a:ext cx="1335380" cy="334803"/>
          </a:xfrm>
          <a:prstGeom prst="rect">
            <a:avLst/>
          </a:prstGeom>
          <a:noFill/>
          <a:ln w="28575">
            <a:solidFill>
              <a:srgbClr val="00B0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32" name="CaixaDeTexto 31"/>
          <p:cNvSpPr txBox="1"/>
          <p:nvPr/>
        </p:nvSpPr>
        <p:spPr>
          <a:xfrm>
            <a:off x="3432722" y="3912814"/>
            <a:ext cx="1491114" cy="369332"/>
          </a:xfrm>
          <a:prstGeom prst="rect">
            <a:avLst/>
          </a:prstGeom>
          <a:noFill/>
        </p:spPr>
        <p:txBody>
          <a:bodyPr wrap="none" rtlCol="0">
            <a:spAutoFit/>
          </a:bodyPr>
          <a:lstStyle/>
          <a:p>
            <a:r>
              <a:rPr lang="pt-BR" dirty="0"/>
              <a:t>Calculando t</a:t>
            </a:r>
            <a:r>
              <a:rPr lang="pt-BR" baseline="-25000" dirty="0"/>
              <a:t>2</a:t>
            </a:r>
            <a:r>
              <a:rPr lang="pt-BR" dirty="0"/>
              <a:t>:</a:t>
            </a:r>
          </a:p>
        </p:txBody>
      </p:sp>
      <p:graphicFrame>
        <p:nvGraphicFramePr>
          <p:cNvPr id="33" name="Object 12"/>
          <p:cNvGraphicFramePr>
            <a:graphicFrameLocks noChangeAspect="1"/>
          </p:cNvGraphicFramePr>
          <p:nvPr/>
        </p:nvGraphicFramePr>
        <p:xfrm>
          <a:off x="3738718" y="4192588"/>
          <a:ext cx="5191125" cy="785812"/>
        </p:xfrm>
        <a:graphic>
          <a:graphicData uri="http://schemas.openxmlformats.org/presentationml/2006/ole">
            <mc:AlternateContent xmlns:mc="http://schemas.openxmlformats.org/markup-compatibility/2006">
              <mc:Choice xmlns:v="urn:schemas-microsoft-com:vml" Requires="v">
                <p:oleObj name="Equação" r:id="rId26" imgW="3022560" imgH="457200" progId="Equation.3">
                  <p:embed/>
                </p:oleObj>
              </mc:Choice>
              <mc:Fallback>
                <p:oleObj name="Equação" r:id="rId26" imgW="3022560" imgH="457200" progId="Equation.3">
                  <p:embed/>
                  <p:pic>
                    <p:nvPicPr>
                      <p:cNvPr id="33" name="Object 12"/>
                      <p:cNvPicPr>
                        <a:picLocks noChangeAspect="1" noChangeArrowheads="1"/>
                      </p:cNvPicPr>
                      <p:nvPr/>
                    </p:nvPicPr>
                    <p:blipFill>
                      <a:blip r:embed="rId27"/>
                      <a:srcRect/>
                      <a:stretch>
                        <a:fillRect/>
                      </a:stretch>
                    </p:blipFill>
                    <p:spPr bwMode="auto">
                      <a:xfrm>
                        <a:off x="3738718" y="4192588"/>
                        <a:ext cx="5191125" cy="785812"/>
                      </a:xfrm>
                      <a:prstGeom prst="rect">
                        <a:avLst/>
                      </a:prstGeom>
                      <a:noFill/>
                      <a:ln>
                        <a:noFill/>
                      </a:ln>
                      <a:effectLst/>
                    </p:spPr>
                  </p:pic>
                </p:oleObj>
              </mc:Fallback>
            </mc:AlternateContent>
          </a:graphicData>
        </a:graphic>
      </p:graphicFrame>
      <p:graphicFrame>
        <p:nvGraphicFramePr>
          <p:cNvPr id="35" name="Object 12"/>
          <p:cNvGraphicFramePr>
            <a:graphicFrameLocks noChangeAspect="1"/>
          </p:cNvGraphicFramePr>
          <p:nvPr/>
        </p:nvGraphicFramePr>
        <p:xfrm>
          <a:off x="4923836" y="5017546"/>
          <a:ext cx="3568364" cy="1529558"/>
        </p:xfrm>
        <a:graphic>
          <a:graphicData uri="http://schemas.openxmlformats.org/presentationml/2006/ole">
            <mc:AlternateContent xmlns:mc="http://schemas.openxmlformats.org/markup-compatibility/2006">
              <mc:Choice xmlns:v="urn:schemas-microsoft-com:vml" Requires="v">
                <p:oleObj name="Equação" r:id="rId28" imgW="2577960" imgH="1104840" progId="Equation.3">
                  <p:embed/>
                </p:oleObj>
              </mc:Choice>
              <mc:Fallback>
                <p:oleObj name="Equação" r:id="rId28" imgW="2577960" imgH="1104840" progId="Equation.3">
                  <p:embed/>
                  <p:pic>
                    <p:nvPicPr>
                      <p:cNvPr id="35" name="Object 12"/>
                      <p:cNvPicPr>
                        <a:picLocks noChangeAspect="1" noChangeArrowheads="1"/>
                      </p:cNvPicPr>
                      <p:nvPr/>
                    </p:nvPicPr>
                    <p:blipFill>
                      <a:blip r:embed="rId29"/>
                      <a:srcRect/>
                      <a:stretch>
                        <a:fillRect/>
                      </a:stretch>
                    </p:blipFill>
                    <p:spPr bwMode="auto">
                      <a:xfrm>
                        <a:off x="4923836" y="5017546"/>
                        <a:ext cx="3568364" cy="1529558"/>
                      </a:xfrm>
                      <a:prstGeom prst="rect">
                        <a:avLst/>
                      </a:prstGeom>
                      <a:noFill/>
                      <a:ln>
                        <a:noFill/>
                      </a:ln>
                      <a:effectLst/>
                    </p:spPr>
                  </p:pic>
                </p:oleObj>
              </mc:Fallback>
            </mc:AlternateContent>
          </a:graphicData>
        </a:graphic>
      </p:graphicFrame>
      <p:sp>
        <p:nvSpPr>
          <p:cNvPr id="36" name="CaixaDeTexto 35"/>
          <p:cNvSpPr txBox="1"/>
          <p:nvPr/>
        </p:nvSpPr>
        <p:spPr>
          <a:xfrm>
            <a:off x="3453356" y="5107658"/>
            <a:ext cx="1491114" cy="369332"/>
          </a:xfrm>
          <a:prstGeom prst="rect">
            <a:avLst/>
          </a:prstGeom>
          <a:noFill/>
        </p:spPr>
        <p:txBody>
          <a:bodyPr wrap="none" rtlCol="0">
            <a:spAutoFit/>
          </a:bodyPr>
          <a:lstStyle/>
          <a:p>
            <a:r>
              <a:rPr lang="pt-BR" dirty="0"/>
              <a:t>Calculando t</a:t>
            </a:r>
            <a:r>
              <a:rPr lang="pt-BR" baseline="-25000" dirty="0"/>
              <a:t>1</a:t>
            </a:r>
            <a:r>
              <a:rPr lang="pt-BR" dirty="0"/>
              <a:t>:</a:t>
            </a:r>
          </a:p>
        </p:txBody>
      </p:sp>
      <p:sp>
        <p:nvSpPr>
          <p:cNvPr id="37" name="Retângulo 36"/>
          <p:cNvSpPr/>
          <p:nvPr/>
        </p:nvSpPr>
        <p:spPr>
          <a:xfrm>
            <a:off x="4818075" y="6251980"/>
            <a:ext cx="1335380" cy="334803"/>
          </a:xfrm>
          <a:prstGeom prst="rect">
            <a:avLst/>
          </a:prstGeom>
          <a:noFill/>
          <a:ln w="28575">
            <a:solidFill>
              <a:srgbClr val="00B0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38" name="Retângulo 37"/>
          <p:cNvSpPr/>
          <p:nvPr/>
        </p:nvSpPr>
        <p:spPr>
          <a:xfrm>
            <a:off x="7664158" y="4625135"/>
            <a:ext cx="1335380" cy="334803"/>
          </a:xfrm>
          <a:prstGeom prst="rect">
            <a:avLst/>
          </a:prstGeom>
          <a:noFill/>
          <a:ln w="28575">
            <a:solidFill>
              <a:srgbClr val="00B0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40" name="Retângulo 39"/>
          <p:cNvSpPr/>
          <p:nvPr/>
        </p:nvSpPr>
        <p:spPr>
          <a:xfrm>
            <a:off x="1802410" y="5952745"/>
            <a:ext cx="1936307" cy="449014"/>
          </a:xfrm>
          <a:prstGeom prst="rect">
            <a:avLst/>
          </a:prstGeom>
          <a:noFill/>
          <a:ln w="2857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40853676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0"/>
          <p:cNvSpPr>
            <a:spLocks noChangeArrowheads="1"/>
          </p:cNvSpPr>
          <p:nvPr/>
        </p:nvSpPr>
        <p:spPr bwMode="auto">
          <a:xfrm>
            <a:off x="0" y="694943"/>
            <a:ext cx="9143999" cy="2626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b="1">
                <a:solidFill>
                  <a:schemeClr val="bg2"/>
                </a:solidFill>
                <a:latin typeface="Arial" panose="020B0604020202020204" pitchFamily="34" charset="0"/>
              </a:defRPr>
            </a:lvl1pPr>
            <a:lvl2pPr marL="742950" indent="-285750">
              <a:defRPr b="1">
                <a:solidFill>
                  <a:schemeClr val="bg2"/>
                </a:solidFill>
                <a:latin typeface="Arial" panose="020B0604020202020204" pitchFamily="34" charset="0"/>
              </a:defRPr>
            </a:lvl2pPr>
            <a:lvl3pPr marL="1143000" indent="-228600">
              <a:defRPr b="1">
                <a:solidFill>
                  <a:schemeClr val="bg2"/>
                </a:solidFill>
                <a:latin typeface="Arial" panose="020B0604020202020204" pitchFamily="34" charset="0"/>
              </a:defRPr>
            </a:lvl3pPr>
            <a:lvl4pPr marL="1600200" indent="-228600">
              <a:defRPr b="1">
                <a:solidFill>
                  <a:schemeClr val="bg2"/>
                </a:solidFill>
                <a:latin typeface="Arial" panose="020B0604020202020204" pitchFamily="34" charset="0"/>
              </a:defRPr>
            </a:lvl4pPr>
            <a:lvl5pPr marL="2057400" indent="-228600">
              <a:defRPr b="1">
                <a:solidFill>
                  <a:schemeClr val="bg2"/>
                </a:solidFill>
                <a:latin typeface="Arial" panose="020B0604020202020204" pitchFamily="34" charset="0"/>
              </a:defRPr>
            </a:lvl5pPr>
            <a:lvl6pPr marL="2514600" indent="-228600" eaLnBrk="0" fontAlgn="base" hangingPunct="0">
              <a:spcBef>
                <a:spcPct val="0"/>
              </a:spcBef>
              <a:spcAft>
                <a:spcPct val="0"/>
              </a:spcAft>
              <a:defRPr b="1">
                <a:solidFill>
                  <a:schemeClr val="bg2"/>
                </a:solidFill>
                <a:latin typeface="Arial" panose="020B0604020202020204" pitchFamily="34" charset="0"/>
              </a:defRPr>
            </a:lvl6pPr>
            <a:lvl7pPr marL="2971800" indent="-228600" eaLnBrk="0" fontAlgn="base" hangingPunct="0">
              <a:spcBef>
                <a:spcPct val="0"/>
              </a:spcBef>
              <a:spcAft>
                <a:spcPct val="0"/>
              </a:spcAft>
              <a:defRPr b="1">
                <a:solidFill>
                  <a:schemeClr val="bg2"/>
                </a:solidFill>
                <a:latin typeface="Arial" panose="020B0604020202020204" pitchFamily="34" charset="0"/>
              </a:defRPr>
            </a:lvl7pPr>
            <a:lvl8pPr marL="3429000" indent="-228600" eaLnBrk="0" fontAlgn="base" hangingPunct="0">
              <a:spcBef>
                <a:spcPct val="0"/>
              </a:spcBef>
              <a:spcAft>
                <a:spcPct val="0"/>
              </a:spcAft>
              <a:defRPr b="1">
                <a:solidFill>
                  <a:schemeClr val="bg2"/>
                </a:solidFill>
                <a:latin typeface="Arial" panose="020B0604020202020204" pitchFamily="34" charset="0"/>
              </a:defRPr>
            </a:lvl8pPr>
            <a:lvl9pPr marL="3886200" indent="-228600" eaLnBrk="0" fontAlgn="base" hangingPunct="0">
              <a:spcBef>
                <a:spcPct val="0"/>
              </a:spcBef>
              <a:spcAft>
                <a:spcPct val="0"/>
              </a:spcAft>
              <a:defRPr b="1">
                <a:solidFill>
                  <a:schemeClr val="bg2"/>
                </a:solidFill>
                <a:latin typeface="Arial" panose="020B0604020202020204" pitchFamily="34" charset="0"/>
              </a:defRPr>
            </a:lvl9pPr>
          </a:lstStyle>
          <a:p>
            <a:pPr algn="just" eaLnBrk="1" hangingPunct="1">
              <a:lnSpc>
                <a:spcPct val="150000"/>
              </a:lnSpc>
            </a:pPr>
            <a:r>
              <a:rPr lang="pt-BR" dirty="0"/>
              <a:t>	</a:t>
            </a:r>
            <a:r>
              <a:rPr lang="pt-BR" sz="2200" dirty="0">
                <a:solidFill>
                  <a:srgbClr val="FF0000"/>
                </a:solidFill>
              </a:rPr>
              <a:t>Velocidade Instantânea</a:t>
            </a:r>
          </a:p>
          <a:p>
            <a:pPr algn="just" eaLnBrk="1" hangingPunct="1">
              <a:lnSpc>
                <a:spcPct val="150000"/>
              </a:lnSpc>
            </a:pPr>
            <a:r>
              <a:rPr lang="pt-BR" b="0" dirty="0">
                <a:solidFill>
                  <a:schemeClr val="tx1"/>
                </a:solidFill>
              </a:rPr>
              <a:t>	Frequentemente o que desejamos saber acerca de uma partícula não é sua velocidade média em um determinado </a:t>
            </a:r>
            <a:r>
              <a:rPr lang="pt-BR" dirty="0">
                <a:solidFill>
                  <a:srgbClr val="FF0000"/>
                </a:solidFill>
              </a:rPr>
              <a:t>intervalo de tempo</a:t>
            </a:r>
            <a:r>
              <a:rPr lang="pt-BR" b="0" dirty="0">
                <a:solidFill>
                  <a:schemeClr val="tx1"/>
                </a:solidFill>
              </a:rPr>
              <a:t>, más, a velocidade com que ela está se movendo em um determinado </a:t>
            </a:r>
            <a:r>
              <a:rPr lang="pt-BR" dirty="0">
                <a:solidFill>
                  <a:schemeClr val="tx1"/>
                </a:solidFill>
              </a:rPr>
              <a:t>instante</a:t>
            </a:r>
            <a:r>
              <a:rPr lang="pt-BR" b="0" dirty="0">
                <a:solidFill>
                  <a:schemeClr val="tx1"/>
                </a:solidFill>
              </a:rPr>
              <a:t> de tempo. A velocidade tomada em um instante bem definido de tempo é conhecida como velocidade instantânea. </a:t>
            </a:r>
            <a:r>
              <a:rPr lang="pt-BR" b="0" dirty="0">
                <a:solidFill>
                  <a:schemeClr val="tx1"/>
                </a:solidFill>
                <a:cs typeface="Arial" panose="020B0604020202020204" pitchFamily="34" charset="0"/>
              </a:rPr>
              <a:t>De agora em diante a palavra velocidade designará sempre velocidade instantânea.</a:t>
            </a:r>
          </a:p>
        </p:txBody>
      </p:sp>
      <p:sp>
        <p:nvSpPr>
          <p:cNvPr id="2" name="CaixaDeTexto 1"/>
          <p:cNvSpPr txBox="1"/>
          <p:nvPr/>
        </p:nvSpPr>
        <p:spPr>
          <a:xfrm>
            <a:off x="0" y="3676038"/>
            <a:ext cx="9143999" cy="923330"/>
          </a:xfrm>
          <a:prstGeom prst="rect">
            <a:avLst/>
          </a:prstGeom>
          <a:solidFill>
            <a:schemeClr val="bg1"/>
          </a:solidFill>
        </p:spPr>
        <p:txBody>
          <a:bodyPr wrap="square" rtlCol="0">
            <a:spAutoFit/>
          </a:bodyPr>
          <a:lstStyle/>
          <a:p>
            <a:pPr algn="just"/>
            <a:r>
              <a:rPr lang="pt-BR" b="1" dirty="0">
                <a:solidFill>
                  <a:srgbClr val="FF0000"/>
                </a:solidFill>
              </a:rPr>
              <a:t>	</a:t>
            </a:r>
            <a:r>
              <a:rPr lang="pt-BR" dirty="0"/>
              <a:t>Como nesta aula lidamos com MU (Movimento Uniforme), ou seja, movimento conde a velocidade é constante, não muda, tem sempre o mesmo valor, a velocidade média (    ) é igual à velocidade instantânea (v).</a:t>
            </a:r>
          </a:p>
        </p:txBody>
      </p:sp>
      <p:graphicFrame>
        <p:nvGraphicFramePr>
          <p:cNvPr id="5" name="Object 11"/>
          <p:cNvGraphicFramePr>
            <a:graphicFrameLocks noChangeAspect="1"/>
          </p:cNvGraphicFramePr>
          <p:nvPr>
            <p:extLst>
              <p:ext uri="{D42A27DB-BD31-4B8C-83A1-F6EECF244321}">
                <p14:modId xmlns:p14="http://schemas.microsoft.com/office/powerpoint/2010/main" val="2438810547"/>
              </p:ext>
            </p:extLst>
          </p:nvPr>
        </p:nvGraphicFramePr>
        <p:xfrm>
          <a:off x="8092017" y="3750793"/>
          <a:ext cx="249238" cy="323850"/>
        </p:xfrm>
        <a:graphic>
          <a:graphicData uri="http://schemas.openxmlformats.org/presentationml/2006/ole">
            <mc:AlternateContent xmlns:mc="http://schemas.openxmlformats.org/markup-compatibility/2006">
              <mc:Choice xmlns:v="urn:schemas-microsoft-com:vml" Requires="v">
                <p:oleObj name="Equação" r:id="rId2" imgW="126720" imgH="164880" progId="Equation.3">
                  <p:embed/>
                </p:oleObj>
              </mc:Choice>
              <mc:Fallback>
                <p:oleObj name="Equação" r:id="rId2" imgW="126720" imgH="164880" progId="Equation.3">
                  <p:embed/>
                  <p:pic>
                    <p:nvPicPr>
                      <p:cNvPr id="12291" name="Object 11"/>
                      <p:cNvPicPr>
                        <a:picLocks noChangeAspect="1" noChangeArrowheads="1"/>
                      </p:cNvPicPr>
                      <p:nvPr/>
                    </p:nvPicPr>
                    <p:blipFill>
                      <a:blip r:embed="rId3"/>
                      <a:srcRect/>
                      <a:stretch>
                        <a:fillRect/>
                      </a:stretch>
                    </p:blipFill>
                    <p:spPr bwMode="auto">
                      <a:xfrm>
                        <a:off x="8092017" y="3750793"/>
                        <a:ext cx="249238" cy="323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5983441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4"/>
          <p:cNvSpPr>
            <a:spLocks noChangeArrowheads="1"/>
          </p:cNvSpPr>
          <p:nvPr/>
        </p:nvSpPr>
        <p:spPr bwMode="auto">
          <a:xfrm>
            <a:off x="1" y="587375"/>
            <a:ext cx="9144000" cy="2154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bIns="0">
            <a:spAutoFit/>
          </a:bodyPr>
          <a:lstStyle>
            <a:lvl1pPr>
              <a:defRPr b="1">
                <a:solidFill>
                  <a:schemeClr val="bg2"/>
                </a:solidFill>
                <a:latin typeface="Arial" panose="020B0604020202020204" pitchFamily="34" charset="0"/>
              </a:defRPr>
            </a:lvl1pPr>
            <a:lvl2pPr marL="742950" indent="-285750">
              <a:defRPr b="1">
                <a:solidFill>
                  <a:schemeClr val="bg2"/>
                </a:solidFill>
                <a:latin typeface="Arial" panose="020B0604020202020204" pitchFamily="34" charset="0"/>
              </a:defRPr>
            </a:lvl2pPr>
            <a:lvl3pPr marL="1143000" indent="-228600">
              <a:defRPr b="1">
                <a:solidFill>
                  <a:schemeClr val="bg2"/>
                </a:solidFill>
                <a:latin typeface="Arial" panose="020B0604020202020204" pitchFamily="34" charset="0"/>
              </a:defRPr>
            </a:lvl3pPr>
            <a:lvl4pPr marL="1600200" indent="-228600">
              <a:defRPr b="1">
                <a:solidFill>
                  <a:schemeClr val="bg2"/>
                </a:solidFill>
                <a:latin typeface="Arial" panose="020B0604020202020204" pitchFamily="34" charset="0"/>
              </a:defRPr>
            </a:lvl4pPr>
            <a:lvl5pPr marL="2057400" indent="-228600">
              <a:defRPr b="1">
                <a:solidFill>
                  <a:schemeClr val="bg2"/>
                </a:solidFill>
                <a:latin typeface="Arial" panose="020B0604020202020204" pitchFamily="34" charset="0"/>
              </a:defRPr>
            </a:lvl5pPr>
            <a:lvl6pPr marL="2514600" indent="-228600" eaLnBrk="0" fontAlgn="base" hangingPunct="0">
              <a:spcBef>
                <a:spcPct val="0"/>
              </a:spcBef>
              <a:spcAft>
                <a:spcPct val="0"/>
              </a:spcAft>
              <a:defRPr b="1">
                <a:solidFill>
                  <a:schemeClr val="bg2"/>
                </a:solidFill>
                <a:latin typeface="Arial" panose="020B0604020202020204" pitchFamily="34" charset="0"/>
              </a:defRPr>
            </a:lvl6pPr>
            <a:lvl7pPr marL="2971800" indent="-228600" eaLnBrk="0" fontAlgn="base" hangingPunct="0">
              <a:spcBef>
                <a:spcPct val="0"/>
              </a:spcBef>
              <a:spcAft>
                <a:spcPct val="0"/>
              </a:spcAft>
              <a:defRPr b="1">
                <a:solidFill>
                  <a:schemeClr val="bg2"/>
                </a:solidFill>
                <a:latin typeface="Arial" panose="020B0604020202020204" pitchFamily="34" charset="0"/>
              </a:defRPr>
            </a:lvl7pPr>
            <a:lvl8pPr marL="3429000" indent="-228600" eaLnBrk="0" fontAlgn="base" hangingPunct="0">
              <a:spcBef>
                <a:spcPct val="0"/>
              </a:spcBef>
              <a:spcAft>
                <a:spcPct val="0"/>
              </a:spcAft>
              <a:defRPr b="1">
                <a:solidFill>
                  <a:schemeClr val="bg2"/>
                </a:solidFill>
                <a:latin typeface="Arial" panose="020B0604020202020204" pitchFamily="34" charset="0"/>
              </a:defRPr>
            </a:lvl8pPr>
            <a:lvl9pPr marL="3886200" indent="-228600" eaLnBrk="0" fontAlgn="base" hangingPunct="0">
              <a:spcBef>
                <a:spcPct val="0"/>
              </a:spcBef>
              <a:spcAft>
                <a:spcPct val="0"/>
              </a:spcAft>
              <a:defRPr b="1">
                <a:solidFill>
                  <a:schemeClr val="bg2"/>
                </a:solidFill>
                <a:latin typeface="Arial" panose="020B0604020202020204" pitchFamily="34" charset="0"/>
              </a:defRPr>
            </a:lvl9pPr>
          </a:lstStyle>
          <a:p>
            <a:pPr algn="just" eaLnBrk="1" hangingPunct="1">
              <a:lnSpc>
                <a:spcPct val="150000"/>
              </a:lnSpc>
            </a:pPr>
            <a:r>
              <a:rPr lang="pt-BR" sz="2800" dirty="0">
                <a:solidFill>
                  <a:srgbClr val="FF0000"/>
                </a:solidFill>
              </a:rPr>
              <a:t>	</a:t>
            </a:r>
            <a:r>
              <a:rPr lang="pt-BR" dirty="0">
                <a:solidFill>
                  <a:srgbClr val="FF0000"/>
                </a:solidFill>
              </a:rPr>
              <a:t>Exercícios:</a:t>
            </a:r>
            <a:endParaRPr lang="pt-BR" dirty="0">
              <a:solidFill>
                <a:schemeClr val="tx1"/>
              </a:solidFill>
            </a:endParaRPr>
          </a:p>
          <a:p>
            <a:pPr algn="just" eaLnBrk="1" hangingPunct="1">
              <a:lnSpc>
                <a:spcPct val="150000"/>
              </a:lnSpc>
            </a:pPr>
            <a:endParaRPr lang="pt-BR" sz="1000" dirty="0">
              <a:solidFill>
                <a:schemeClr val="tx1"/>
              </a:solidFill>
            </a:endParaRPr>
          </a:p>
          <a:p>
            <a:pPr algn="just" eaLnBrk="1" hangingPunct="1">
              <a:lnSpc>
                <a:spcPct val="150000"/>
              </a:lnSpc>
            </a:pPr>
            <a:r>
              <a:rPr lang="pt-BR" dirty="0">
                <a:solidFill>
                  <a:schemeClr val="tx1"/>
                </a:solidFill>
              </a:rPr>
              <a:t>02)</a:t>
            </a:r>
            <a:r>
              <a:rPr lang="pt-BR" b="0" dirty="0">
                <a:solidFill>
                  <a:schemeClr val="tx1"/>
                </a:solidFill>
              </a:rPr>
              <a:t>	</a:t>
            </a:r>
            <a:r>
              <a:rPr lang="pt-BR" dirty="0">
                <a:solidFill>
                  <a:schemeClr val="tx1"/>
                </a:solidFill>
              </a:rPr>
              <a:t>a) </a:t>
            </a:r>
            <a:r>
              <a:rPr lang="pt-BR" b="0" dirty="0">
                <a:solidFill>
                  <a:schemeClr val="tx1"/>
                </a:solidFill>
              </a:rPr>
              <a:t>O velocímetro de um carro marca qual tipo de velocidade a média ou a instantânea?</a:t>
            </a:r>
            <a:r>
              <a:rPr lang="pt-BR" dirty="0">
                <a:solidFill>
                  <a:schemeClr val="tx1"/>
                </a:solidFill>
              </a:rPr>
              <a:t> b) </a:t>
            </a:r>
            <a:r>
              <a:rPr lang="pt-BR" b="0" dirty="0">
                <a:solidFill>
                  <a:schemeClr val="tx1"/>
                </a:solidFill>
              </a:rPr>
              <a:t>Proponha uma situação onde a velocidade média é igual a velocidade instantânea.</a:t>
            </a:r>
          </a:p>
        </p:txBody>
      </p:sp>
    </p:spTree>
    <p:extLst>
      <p:ext uri="{BB962C8B-B14F-4D97-AF65-F5344CB8AC3E}">
        <p14:creationId xmlns:p14="http://schemas.microsoft.com/office/powerpoint/2010/main" val="7309625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42484E-C7C4-B9F2-0004-76C0825753B3}"/>
            </a:ext>
          </a:extLst>
        </p:cNvPr>
        <p:cNvGrpSpPr/>
        <p:nvPr/>
      </p:nvGrpSpPr>
      <p:grpSpPr>
        <a:xfrm>
          <a:off x="0" y="0"/>
          <a:ext cx="0" cy="0"/>
          <a:chOff x="0" y="0"/>
          <a:chExt cx="0" cy="0"/>
        </a:xfrm>
      </p:grpSpPr>
      <p:sp>
        <p:nvSpPr>
          <p:cNvPr id="13314" name="Rectangle 4">
            <a:extLst>
              <a:ext uri="{FF2B5EF4-FFF2-40B4-BE49-F238E27FC236}">
                <a16:creationId xmlns:a16="http://schemas.microsoft.com/office/drawing/2014/main" id="{9196051E-122D-BA8A-6B4A-5BFB2028A85B}"/>
              </a:ext>
            </a:extLst>
          </p:cNvPr>
          <p:cNvSpPr>
            <a:spLocks noChangeArrowheads="1"/>
          </p:cNvSpPr>
          <p:nvPr/>
        </p:nvSpPr>
        <p:spPr bwMode="auto">
          <a:xfrm>
            <a:off x="1" y="787065"/>
            <a:ext cx="9144000" cy="1887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bIns="0">
            <a:spAutoFit/>
          </a:bodyPr>
          <a:lstStyle>
            <a:lvl1pPr>
              <a:defRPr b="1">
                <a:solidFill>
                  <a:schemeClr val="bg2"/>
                </a:solidFill>
                <a:latin typeface="Arial" panose="020B0604020202020204" pitchFamily="34" charset="0"/>
              </a:defRPr>
            </a:lvl1pPr>
            <a:lvl2pPr marL="742950" indent="-285750">
              <a:defRPr b="1">
                <a:solidFill>
                  <a:schemeClr val="bg2"/>
                </a:solidFill>
                <a:latin typeface="Arial" panose="020B0604020202020204" pitchFamily="34" charset="0"/>
              </a:defRPr>
            </a:lvl2pPr>
            <a:lvl3pPr marL="1143000" indent="-228600">
              <a:defRPr b="1">
                <a:solidFill>
                  <a:schemeClr val="bg2"/>
                </a:solidFill>
                <a:latin typeface="Arial" panose="020B0604020202020204" pitchFamily="34" charset="0"/>
              </a:defRPr>
            </a:lvl3pPr>
            <a:lvl4pPr marL="1600200" indent="-228600">
              <a:defRPr b="1">
                <a:solidFill>
                  <a:schemeClr val="bg2"/>
                </a:solidFill>
                <a:latin typeface="Arial" panose="020B0604020202020204" pitchFamily="34" charset="0"/>
              </a:defRPr>
            </a:lvl4pPr>
            <a:lvl5pPr marL="2057400" indent="-228600">
              <a:defRPr b="1">
                <a:solidFill>
                  <a:schemeClr val="bg2"/>
                </a:solidFill>
                <a:latin typeface="Arial" panose="020B0604020202020204" pitchFamily="34" charset="0"/>
              </a:defRPr>
            </a:lvl5pPr>
            <a:lvl6pPr marL="2514600" indent="-228600" eaLnBrk="0" fontAlgn="base" hangingPunct="0">
              <a:spcBef>
                <a:spcPct val="0"/>
              </a:spcBef>
              <a:spcAft>
                <a:spcPct val="0"/>
              </a:spcAft>
              <a:defRPr b="1">
                <a:solidFill>
                  <a:schemeClr val="bg2"/>
                </a:solidFill>
                <a:latin typeface="Arial" panose="020B0604020202020204" pitchFamily="34" charset="0"/>
              </a:defRPr>
            </a:lvl6pPr>
            <a:lvl7pPr marL="2971800" indent="-228600" eaLnBrk="0" fontAlgn="base" hangingPunct="0">
              <a:spcBef>
                <a:spcPct val="0"/>
              </a:spcBef>
              <a:spcAft>
                <a:spcPct val="0"/>
              </a:spcAft>
              <a:defRPr b="1">
                <a:solidFill>
                  <a:schemeClr val="bg2"/>
                </a:solidFill>
                <a:latin typeface="Arial" panose="020B0604020202020204" pitchFamily="34" charset="0"/>
              </a:defRPr>
            </a:lvl7pPr>
            <a:lvl8pPr marL="3429000" indent="-228600" eaLnBrk="0" fontAlgn="base" hangingPunct="0">
              <a:spcBef>
                <a:spcPct val="0"/>
              </a:spcBef>
              <a:spcAft>
                <a:spcPct val="0"/>
              </a:spcAft>
              <a:defRPr b="1">
                <a:solidFill>
                  <a:schemeClr val="bg2"/>
                </a:solidFill>
                <a:latin typeface="Arial" panose="020B0604020202020204" pitchFamily="34" charset="0"/>
              </a:defRPr>
            </a:lvl8pPr>
            <a:lvl9pPr marL="3886200" indent="-228600" eaLnBrk="0" fontAlgn="base" hangingPunct="0">
              <a:spcBef>
                <a:spcPct val="0"/>
              </a:spcBef>
              <a:spcAft>
                <a:spcPct val="0"/>
              </a:spcAft>
              <a:defRPr b="1">
                <a:solidFill>
                  <a:schemeClr val="bg2"/>
                </a:solidFill>
                <a:latin typeface="Arial" panose="020B0604020202020204" pitchFamily="34" charset="0"/>
              </a:defRPr>
            </a:lvl9pPr>
          </a:lstStyle>
          <a:p>
            <a:pPr algn="just" eaLnBrk="1" hangingPunct="1">
              <a:lnSpc>
                <a:spcPct val="150000"/>
              </a:lnSpc>
            </a:pPr>
            <a:r>
              <a:rPr lang="pt-BR" dirty="0">
                <a:solidFill>
                  <a:srgbClr val="FF0000"/>
                </a:solidFill>
              </a:rPr>
              <a:t>	Exercícios:</a:t>
            </a:r>
            <a:endParaRPr lang="pt-BR" dirty="0">
              <a:solidFill>
                <a:schemeClr val="tx1"/>
              </a:solidFill>
            </a:endParaRPr>
          </a:p>
          <a:p>
            <a:pPr algn="just" eaLnBrk="1" hangingPunct="1">
              <a:lnSpc>
                <a:spcPct val="150000"/>
              </a:lnSpc>
            </a:pPr>
            <a:endParaRPr lang="pt-BR" sz="1000" dirty="0">
              <a:solidFill>
                <a:schemeClr val="tx1"/>
              </a:solidFill>
            </a:endParaRPr>
          </a:p>
          <a:p>
            <a:pPr algn="just" eaLnBrk="1" hangingPunct="1">
              <a:lnSpc>
                <a:spcPct val="150000"/>
              </a:lnSpc>
            </a:pPr>
            <a:r>
              <a:rPr lang="pt-BR" dirty="0">
                <a:solidFill>
                  <a:schemeClr val="tx1"/>
                </a:solidFill>
              </a:rPr>
              <a:t>02)</a:t>
            </a:r>
            <a:r>
              <a:rPr lang="pt-BR" b="0" dirty="0">
                <a:solidFill>
                  <a:schemeClr val="tx1"/>
                </a:solidFill>
              </a:rPr>
              <a:t>	</a:t>
            </a:r>
            <a:r>
              <a:rPr lang="pt-BR" dirty="0">
                <a:solidFill>
                  <a:schemeClr val="tx1"/>
                </a:solidFill>
              </a:rPr>
              <a:t>a) </a:t>
            </a:r>
            <a:r>
              <a:rPr lang="pt-BR" b="0" dirty="0">
                <a:solidFill>
                  <a:schemeClr val="tx1"/>
                </a:solidFill>
              </a:rPr>
              <a:t>O velocímetro de um carro marca qual tipo de velocidade a média ou a instantânea?</a:t>
            </a:r>
            <a:r>
              <a:rPr lang="pt-BR" dirty="0">
                <a:solidFill>
                  <a:schemeClr val="tx1"/>
                </a:solidFill>
              </a:rPr>
              <a:t> b) </a:t>
            </a:r>
            <a:r>
              <a:rPr lang="pt-BR" b="0" dirty="0">
                <a:solidFill>
                  <a:schemeClr val="tx1"/>
                </a:solidFill>
              </a:rPr>
              <a:t>Proponha uma situação onde a velocidade média é igual a velocidade instantânea.</a:t>
            </a:r>
          </a:p>
        </p:txBody>
      </p:sp>
      <p:sp>
        <p:nvSpPr>
          <p:cNvPr id="2" name="CaixaDeTexto 1">
            <a:extLst>
              <a:ext uri="{FF2B5EF4-FFF2-40B4-BE49-F238E27FC236}">
                <a16:creationId xmlns:a16="http://schemas.microsoft.com/office/drawing/2014/main" id="{62BBD08A-3CC1-E9E6-BF1B-51346EA8EBEE}"/>
              </a:ext>
            </a:extLst>
          </p:cNvPr>
          <p:cNvSpPr txBox="1"/>
          <p:nvPr/>
        </p:nvSpPr>
        <p:spPr>
          <a:xfrm>
            <a:off x="2" y="3763433"/>
            <a:ext cx="9143999" cy="646331"/>
          </a:xfrm>
          <a:prstGeom prst="rect">
            <a:avLst/>
          </a:prstGeom>
          <a:noFill/>
        </p:spPr>
        <p:txBody>
          <a:bodyPr wrap="square" rtlCol="0">
            <a:spAutoFit/>
          </a:bodyPr>
          <a:lstStyle/>
          <a:p>
            <a:r>
              <a:rPr lang="pt-BR" b="1" dirty="0">
                <a:latin typeface="Arial" panose="020B0604020202020204" pitchFamily="34" charset="0"/>
                <a:cs typeface="Arial" panose="020B0604020202020204" pitchFamily="34" charset="0"/>
              </a:rPr>
              <a:t>a) </a:t>
            </a:r>
            <a:r>
              <a:rPr lang="pt-BR" dirty="0">
                <a:latin typeface="Arial" panose="020B0604020202020204" pitchFamily="34" charset="0"/>
                <a:cs typeface="Arial" panose="020B0604020202020204" pitchFamily="34" charset="0"/>
              </a:rPr>
              <a:t>O velocímetro marca a velocidade instantânea; </a:t>
            </a:r>
            <a:r>
              <a:rPr lang="pt-BR" b="1" dirty="0">
                <a:latin typeface="Arial" panose="020B0604020202020204" pitchFamily="34" charset="0"/>
                <a:cs typeface="Arial" panose="020B0604020202020204" pitchFamily="34" charset="0"/>
              </a:rPr>
              <a:t>b) </a:t>
            </a:r>
            <a:r>
              <a:rPr lang="pt-BR" b="1" dirty="0">
                <a:solidFill>
                  <a:srgbClr val="FF0000"/>
                </a:solidFill>
                <a:latin typeface="Arial" panose="020B0604020202020204" pitchFamily="34" charset="0"/>
                <a:cs typeface="Arial" panose="020B0604020202020204" pitchFamily="34" charset="0"/>
              </a:rPr>
              <a:t>Quando a velocidade permanece constante.</a:t>
            </a:r>
          </a:p>
        </p:txBody>
      </p:sp>
    </p:spTree>
    <p:extLst>
      <p:ext uri="{BB962C8B-B14F-4D97-AF65-F5344CB8AC3E}">
        <p14:creationId xmlns:p14="http://schemas.microsoft.com/office/powerpoint/2010/main" val="3136176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
          <p:cNvSpPr>
            <a:spLocks noChangeArrowheads="1"/>
          </p:cNvSpPr>
          <p:nvPr/>
        </p:nvSpPr>
        <p:spPr bwMode="auto">
          <a:xfrm>
            <a:off x="0" y="728663"/>
            <a:ext cx="9144000" cy="2176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b="1">
                <a:solidFill>
                  <a:schemeClr val="bg2"/>
                </a:solidFill>
                <a:latin typeface="Arial" panose="020B0604020202020204" pitchFamily="34" charset="0"/>
              </a:defRPr>
            </a:lvl1pPr>
            <a:lvl2pPr marL="742950" indent="-285750">
              <a:defRPr b="1">
                <a:solidFill>
                  <a:schemeClr val="bg2"/>
                </a:solidFill>
                <a:latin typeface="Arial" panose="020B0604020202020204" pitchFamily="34" charset="0"/>
              </a:defRPr>
            </a:lvl2pPr>
            <a:lvl3pPr marL="1143000" indent="-228600">
              <a:defRPr b="1">
                <a:solidFill>
                  <a:schemeClr val="bg2"/>
                </a:solidFill>
                <a:latin typeface="Arial" panose="020B0604020202020204" pitchFamily="34" charset="0"/>
              </a:defRPr>
            </a:lvl3pPr>
            <a:lvl4pPr marL="1600200" indent="-228600">
              <a:defRPr b="1">
                <a:solidFill>
                  <a:schemeClr val="bg2"/>
                </a:solidFill>
                <a:latin typeface="Arial" panose="020B0604020202020204" pitchFamily="34" charset="0"/>
              </a:defRPr>
            </a:lvl4pPr>
            <a:lvl5pPr marL="2057400" indent="-228600">
              <a:defRPr b="1">
                <a:solidFill>
                  <a:schemeClr val="bg2"/>
                </a:solidFill>
                <a:latin typeface="Arial" panose="020B0604020202020204" pitchFamily="34" charset="0"/>
              </a:defRPr>
            </a:lvl5pPr>
            <a:lvl6pPr marL="2514600" indent="-228600" eaLnBrk="0" fontAlgn="base" hangingPunct="0">
              <a:spcBef>
                <a:spcPct val="0"/>
              </a:spcBef>
              <a:spcAft>
                <a:spcPct val="0"/>
              </a:spcAft>
              <a:defRPr b="1">
                <a:solidFill>
                  <a:schemeClr val="bg2"/>
                </a:solidFill>
                <a:latin typeface="Arial" panose="020B0604020202020204" pitchFamily="34" charset="0"/>
              </a:defRPr>
            </a:lvl6pPr>
            <a:lvl7pPr marL="2971800" indent="-228600" eaLnBrk="0" fontAlgn="base" hangingPunct="0">
              <a:spcBef>
                <a:spcPct val="0"/>
              </a:spcBef>
              <a:spcAft>
                <a:spcPct val="0"/>
              </a:spcAft>
              <a:defRPr b="1">
                <a:solidFill>
                  <a:schemeClr val="bg2"/>
                </a:solidFill>
                <a:latin typeface="Arial" panose="020B0604020202020204" pitchFamily="34" charset="0"/>
              </a:defRPr>
            </a:lvl7pPr>
            <a:lvl8pPr marL="3429000" indent="-228600" eaLnBrk="0" fontAlgn="base" hangingPunct="0">
              <a:spcBef>
                <a:spcPct val="0"/>
              </a:spcBef>
              <a:spcAft>
                <a:spcPct val="0"/>
              </a:spcAft>
              <a:defRPr b="1">
                <a:solidFill>
                  <a:schemeClr val="bg2"/>
                </a:solidFill>
                <a:latin typeface="Arial" panose="020B0604020202020204" pitchFamily="34" charset="0"/>
              </a:defRPr>
            </a:lvl8pPr>
            <a:lvl9pPr marL="3886200" indent="-228600" eaLnBrk="0" fontAlgn="base" hangingPunct="0">
              <a:spcBef>
                <a:spcPct val="0"/>
              </a:spcBef>
              <a:spcAft>
                <a:spcPct val="0"/>
              </a:spcAft>
              <a:defRPr b="1">
                <a:solidFill>
                  <a:schemeClr val="bg2"/>
                </a:solidFill>
                <a:latin typeface="Arial" panose="020B0604020202020204" pitchFamily="34" charset="0"/>
              </a:defRPr>
            </a:lvl9pPr>
          </a:lstStyle>
          <a:p>
            <a:pPr algn="just">
              <a:lnSpc>
                <a:spcPct val="150000"/>
              </a:lnSpc>
            </a:pPr>
            <a:r>
              <a:rPr lang="pt-BR" sz="2200" dirty="0"/>
              <a:t>	</a:t>
            </a:r>
            <a:r>
              <a:rPr lang="pt-BR" sz="2200" dirty="0">
                <a:solidFill>
                  <a:srgbClr val="FF0000"/>
                </a:solidFill>
              </a:rPr>
              <a:t>Gráfico do MRU</a:t>
            </a:r>
            <a:endParaRPr lang="pt-BR" sz="2200" dirty="0"/>
          </a:p>
          <a:p>
            <a:pPr algn="just" eaLnBrk="1" hangingPunct="1">
              <a:lnSpc>
                <a:spcPct val="150000"/>
              </a:lnSpc>
            </a:pPr>
            <a:endParaRPr lang="pt-BR" sz="400" dirty="0">
              <a:solidFill>
                <a:schemeClr val="tx1"/>
              </a:solidFill>
            </a:endParaRPr>
          </a:p>
          <a:p>
            <a:pPr algn="just" eaLnBrk="1" hangingPunct="1">
              <a:lnSpc>
                <a:spcPct val="150000"/>
              </a:lnSpc>
            </a:pPr>
            <a:r>
              <a:rPr lang="pt-BR" dirty="0">
                <a:solidFill>
                  <a:schemeClr val="tx1"/>
                </a:solidFill>
              </a:rPr>
              <a:t>	Como é o gráfico da posição pelo tempo em um movimento com velocidade constante?</a:t>
            </a:r>
            <a:endParaRPr lang="pt-BR" b="0" dirty="0">
              <a:solidFill>
                <a:schemeClr val="tx1"/>
              </a:solidFill>
            </a:endParaRPr>
          </a:p>
          <a:p>
            <a:pPr algn="just" eaLnBrk="1" hangingPunct="1">
              <a:lnSpc>
                <a:spcPct val="150000"/>
              </a:lnSpc>
            </a:pPr>
            <a:endParaRPr lang="pt-BR" sz="200" b="0" dirty="0">
              <a:solidFill>
                <a:schemeClr val="tx1"/>
              </a:solidFill>
              <a:cs typeface="Arial" panose="020B0604020202020204" pitchFamily="34" charset="0"/>
            </a:endParaRPr>
          </a:p>
          <a:p>
            <a:pPr algn="just" eaLnBrk="1" hangingPunct="1">
              <a:lnSpc>
                <a:spcPct val="150000"/>
              </a:lnSpc>
            </a:pPr>
            <a:r>
              <a:rPr lang="pt-BR" sz="1400" b="0" dirty="0">
                <a:solidFill>
                  <a:schemeClr val="tx1"/>
                </a:solidFill>
                <a:cs typeface="Arial" panose="020B0604020202020204" pitchFamily="34" charset="0"/>
              </a:rPr>
              <a:t>	Vamos responder a esta pergunta preenchendo a tabela abaixo, para isso </a:t>
            </a:r>
            <a:r>
              <a:rPr lang="pt-BR" sz="1400" dirty="0">
                <a:solidFill>
                  <a:schemeClr val="tx1"/>
                </a:solidFill>
                <a:cs typeface="Arial" panose="020B0604020202020204" pitchFamily="34" charset="0"/>
              </a:rPr>
              <a:t>(a)</a:t>
            </a:r>
            <a:r>
              <a:rPr lang="pt-BR" sz="1400" b="0" dirty="0">
                <a:solidFill>
                  <a:schemeClr val="tx1"/>
                </a:solidFill>
                <a:cs typeface="Arial" panose="020B0604020202020204" pitchFamily="34" charset="0"/>
              </a:rPr>
              <a:t> assuma que a velocidade é de 2 m/s (constante) e </a:t>
            </a:r>
            <a:r>
              <a:rPr lang="pt-BR" sz="1400" dirty="0">
                <a:solidFill>
                  <a:schemeClr val="tx1"/>
                </a:solidFill>
                <a:cs typeface="Arial" panose="020B0604020202020204" pitchFamily="34" charset="0"/>
              </a:rPr>
              <a:t>(b) </a:t>
            </a:r>
            <a:r>
              <a:rPr lang="pt-BR" sz="1400" b="0" dirty="0">
                <a:solidFill>
                  <a:schemeClr val="tx1"/>
                </a:solidFill>
                <a:cs typeface="Arial" panose="020B0604020202020204" pitchFamily="34" charset="0"/>
              </a:rPr>
              <a:t>assuma que no instante inicial (t = 0 s) a posição é 0 m (posição inicial).</a:t>
            </a:r>
          </a:p>
        </p:txBody>
      </p:sp>
      <p:graphicFrame>
        <p:nvGraphicFramePr>
          <p:cNvPr id="6" name="Tabela 5"/>
          <p:cNvGraphicFramePr>
            <a:graphicFrameLocks noGrp="1"/>
          </p:cNvGraphicFramePr>
          <p:nvPr>
            <p:extLst>
              <p:ext uri="{D42A27DB-BD31-4B8C-83A1-F6EECF244321}">
                <p14:modId xmlns:p14="http://schemas.microsoft.com/office/powerpoint/2010/main" val="1356308154"/>
              </p:ext>
            </p:extLst>
          </p:nvPr>
        </p:nvGraphicFramePr>
        <p:xfrm>
          <a:off x="127000" y="3891280"/>
          <a:ext cx="2565400" cy="2966720"/>
        </p:xfrm>
        <a:graphic>
          <a:graphicData uri="http://schemas.openxmlformats.org/drawingml/2006/table">
            <a:tbl>
              <a:tblPr firstRow="1" bandRow="1">
                <a:tableStyleId>{5C22544A-7EE6-4342-B048-85BDC9FD1C3A}</a:tableStyleId>
              </a:tblPr>
              <a:tblGrid>
                <a:gridCol w="1181100">
                  <a:extLst>
                    <a:ext uri="{9D8B030D-6E8A-4147-A177-3AD203B41FA5}">
                      <a16:colId xmlns:a16="http://schemas.microsoft.com/office/drawing/2014/main" val="20000"/>
                    </a:ext>
                  </a:extLst>
                </a:gridCol>
                <a:gridCol w="1384300">
                  <a:extLst>
                    <a:ext uri="{9D8B030D-6E8A-4147-A177-3AD203B41FA5}">
                      <a16:colId xmlns:a16="http://schemas.microsoft.com/office/drawing/2014/main" val="20001"/>
                    </a:ext>
                  </a:extLst>
                </a:gridCol>
              </a:tblGrid>
              <a:tr h="370840">
                <a:tc>
                  <a:txBody>
                    <a:bodyPr/>
                    <a:lstStyle/>
                    <a:p>
                      <a:r>
                        <a:rPr lang="pt-BR" dirty="0">
                          <a:solidFill>
                            <a:schemeClr val="tx1"/>
                          </a:solidFill>
                        </a:rPr>
                        <a:t>Tempo (s)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pt-BR" dirty="0">
                          <a:solidFill>
                            <a:schemeClr val="tx1"/>
                          </a:solidFill>
                        </a:rPr>
                        <a:t>Posição (m)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r>
                        <a:rPr lang="pt-BR"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pt-B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algn="ctr"/>
                      <a:r>
                        <a:rPr lang="pt-BR"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pt-B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pPr algn="ctr"/>
                      <a:r>
                        <a:rPr lang="pt-BR"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pt-B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70840">
                <a:tc>
                  <a:txBody>
                    <a:bodyPr/>
                    <a:lstStyle/>
                    <a:p>
                      <a:pPr algn="ctr"/>
                      <a:r>
                        <a:rPr lang="pt-BR"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pt-B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70840">
                <a:tc>
                  <a:txBody>
                    <a:bodyPr/>
                    <a:lstStyle/>
                    <a:p>
                      <a:pPr algn="ctr"/>
                      <a:r>
                        <a:rPr lang="pt-BR"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pt-B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370840">
                <a:tc>
                  <a:txBody>
                    <a:bodyPr/>
                    <a:lstStyle/>
                    <a:p>
                      <a:pPr algn="ctr"/>
                      <a:r>
                        <a:rPr lang="pt-BR" dirty="0"/>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pt-B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370840">
                <a:tc>
                  <a:txBody>
                    <a:bodyPr/>
                    <a:lstStyle/>
                    <a:p>
                      <a:pPr algn="ctr"/>
                      <a:r>
                        <a:rPr lang="pt-BR" dirty="0"/>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pt-B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bl>
          </a:graphicData>
        </a:graphic>
      </p:graphicFrame>
      <p:sp>
        <p:nvSpPr>
          <p:cNvPr id="7" name="CaixaDeTexto 6"/>
          <p:cNvSpPr txBox="1"/>
          <p:nvPr/>
        </p:nvSpPr>
        <p:spPr>
          <a:xfrm>
            <a:off x="127000" y="3445462"/>
            <a:ext cx="8661410" cy="369332"/>
          </a:xfrm>
          <a:prstGeom prst="rect">
            <a:avLst/>
          </a:prstGeom>
          <a:noFill/>
        </p:spPr>
        <p:txBody>
          <a:bodyPr wrap="none" rtlCol="0">
            <a:spAutoFit/>
          </a:bodyPr>
          <a:lstStyle/>
          <a:p>
            <a:r>
              <a:rPr lang="pt-BR" dirty="0">
                <a:latin typeface="Arial" panose="020B0604020202020204" pitchFamily="34" charset="0"/>
                <a:cs typeface="Arial" panose="020B0604020202020204" pitchFamily="34" charset="0"/>
              </a:rPr>
              <a:t>Velocidade = 2 m/s (metros por segundo) -&gt; a cada segundo ele anda dois metros.</a:t>
            </a:r>
          </a:p>
        </p:txBody>
      </p:sp>
    </p:spTree>
    <p:extLst>
      <p:ext uri="{BB962C8B-B14F-4D97-AF65-F5344CB8AC3E}">
        <p14:creationId xmlns:p14="http://schemas.microsoft.com/office/powerpoint/2010/main" val="7252626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
          <p:cNvSpPr>
            <a:spLocks noChangeArrowheads="1"/>
          </p:cNvSpPr>
          <p:nvPr/>
        </p:nvSpPr>
        <p:spPr bwMode="auto">
          <a:xfrm>
            <a:off x="0" y="728663"/>
            <a:ext cx="9143999" cy="1575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b="1">
                <a:solidFill>
                  <a:schemeClr val="bg2"/>
                </a:solidFill>
                <a:latin typeface="Arial" panose="020B0604020202020204" pitchFamily="34" charset="0"/>
              </a:defRPr>
            </a:lvl1pPr>
            <a:lvl2pPr marL="742950" indent="-285750">
              <a:defRPr b="1">
                <a:solidFill>
                  <a:schemeClr val="bg2"/>
                </a:solidFill>
                <a:latin typeface="Arial" panose="020B0604020202020204" pitchFamily="34" charset="0"/>
              </a:defRPr>
            </a:lvl2pPr>
            <a:lvl3pPr marL="1143000" indent="-228600">
              <a:defRPr b="1">
                <a:solidFill>
                  <a:schemeClr val="bg2"/>
                </a:solidFill>
                <a:latin typeface="Arial" panose="020B0604020202020204" pitchFamily="34" charset="0"/>
              </a:defRPr>
            </a:lvl3pPr>
            <a:lvl4pPr marL="1600200" indent="-228600">
              <a:defRPr b="1">
                <a:solidFill>
                  <a:schemeClr val="bg2"/>
                </a:solidFill>
                <a:latin typeface="Arial" panose="020B0604020202020204" pitchFamily="34" charset="0"/>
              </a:defRPr>
            </a:lvl4pPr>
            <a:lvl5pPr marL="2057400" indent="-228600">
              <a:defRPr b="1">
                <a:solidFill>
                  <a:schemeClr val="bg2"/>
                </a:solidFill>
                <a:latin typeface="Arial" panose="020B0604020202020204" pitchFamily="34" charset="0"/>
              </a:defRPr>
            </a:lvl5pPr>
            <a:lvl6pPr marL="2514600" indent="-228600" eaLnBrk="0" fontAlgn="base" hangingPunct="0">
              <a:spcBef>
                <a:spcPct val="0"/>
              </a:spcBef>
              <a:spcAft>
                <a:spcPct val="0"/>
              </a:spcAft>
              <a:defRPr b="1">
                <a:solidFill>
                  <a:schemeClr val="bg2"/>
                </a:solidFill>
                <a:latin typeface="Arial" panose="020B0604020202020204" pitchFamily="34" charset="0"/>
              </a:defRPr>
            </a:lvl6pPr>
            <a:lvl7pPr marL="2971800" indent="-228600" eaLnBrk="0" fontAlgn="base" hangingPunct="0">
              <a:spcBef>
                <a:spcPct val="0"/>
              </a:spcBef>
              <a:spcAft>
                <a:spcPct val="0"/>
              </a:spcAft>
              <a:defRPr b="1">
                <a:solidFill>
                  <a:schemeClr val="bg2"/>
                </a:solidFill>
                <a:latin typeface="Arial" panose="020B0604020202020204" pitchFamily="34" charset="0"/>
              </a:defRPr>
            </a:lvl7pPr>
            <a:lvl8pPr marL="3429000" indent="-228600" eaLnBrk="0" fontAlgn="base" hangingPunct="0">
              <a:spcBef>
                <a:spcPct val="0"/>
              </a:spcBef>
              <a:spcAft>
                <a:spcPct val="0"/>
              </a:spcAft>
              <a:defRPr b="1">
                <a:solidFill>
                  <a:schemeClr val="bg2"/>
                </a:solidFill>
                <a:latin typeface="Arial" panose="020B0604020202020204" pitchFamily="34" charset="0"/>
              </a:defRPr>
            </a:lvl8pPr>
            <a:lvl9pPr marL="3886200" indent="-228600" eaLnBrk="0" fontAlgn="base" hangingPunct="0">
              <a:spcBef>
                <a:spcPct val="0"/>
              </a:spcBef>
              <a:spcAft>
                <a:spcPct val="0"/>
              </a:spcAft>
              <a:defRPr b="1">
                <a:solidFill>
                  <a:schemeClr val="bg2"/>
                </a:solidFill>
                <a:latin typeface="Arial" panose="020B0604020202020204" pitchFamily="34" charset="0"/>
              </a:defRPr>
            </a:lvl9pPr>
          </a:lstStyle>
          <a:p>
            <a:pPr algn="just" eaLnBrk="1" hangingPunct="1">
              <a:lnSpc>
                <a:spcPct val="150000"/>
              </a:lnSpc>
            </a:pPr>
            <a:r>
              <a:rPr lang="pt-BR" dirty="0"/>
              <a:t>	</a:t>
            </a:r>
            <a:r>
              <a:rPr lang="pt-BR" dirty="0">
                <a:solidFill>
                  <a:schemeClr val="tx1"/>
                </a:solidFill>
              </a:rPr>
              <a:t>Como é o gráfico da posição pelo tempo em um movimento com velocidade constante?</a:t>
            </a:r>
            <a:endParaRPr lang="pt-BR" b="0" dirty="0">
              <a:solidFill>
                <a:schemeClr val="tx1"/>
              </a:solidFill>
            </a:endParaRPr>
          </a:p>
          <a:p>
            <a:pPr algn="just" eaLnBrk="1" hangingPunct="1">
              <a:lnSpc>
                <a:spcPct val="150000"/>
              </a:lnSpc>
            </a:pPr>
            <a:endParaRPr lang="pt-BR" sz="200" b="0" dirty="0">
              <a:solidFill>
                <a:schemeClr val="tx1"/>
              </a:solidFill>
              <a:cs typeface="Arial" panose="020B0604020202020204" pitchFamily="34" charset="0"/>
            </a:endParaRPr>
          </a:p>
          <a:p>
            <a:pPr algn="just" eaLnBrk="1" hangingPunct="1">
              <a:lnSpc>
                <a:spcPct val="150000"/>
              </a:lnSpc>
            </a:pPr>
            <a:r>
              <a:rPr lang="pt-BR" sz="1400" b="0" dirty="0">
                <a:solidFill>
                  <a:schemeClr val="tx1"/>
                </a:solidFill>
                <a:cs typeface="Arial" panose="020B0604020202020204" pitchFamily="34" charset="0"/>
              </a:rPr>
              <a:t>	Vamos responder a esta pergunta preenchendo a tabela abaixo, para isso </a:t>
            </a:r>
            <a:r>
              <a:rPr lang="pt-BR" sz="1400" dirty="0">
                <a:solidFill>
                  <a:schemeClr val="tx1"/>
                </a:solidFill>
                <a:cs typeface="Arial" panose="020B0604020202020204" pitchFamily="34" charset="0"/>
              </a:rPr>
              <a:t>(a)</a:t>
            </a:r>
            <a:r>
              <a:rPr lang="pt-BR" sz="1400" b="0" dirty="0">
                <a:solidFill>
                  <a:schemeClr val="tx1"/>
                </a:solidFill>
                <a:cs typeface="Arial" panose="020B0604020202020204" pitchFamily="34" charset="0"/>
              </a:rPr>
              <a:t> assuma que a velocidade é de 2 m/s (constante) e </a:t>
            </a:r>
            <a:r>
              <a:rPr lang="pt-BR" sz="1400" dirty="0">
                <a:solidFill>
                  <a:schemeClr val="tx1"/>
                </a:solidFill>
                <a:cs typeface="Arial" panose="020B0604020202020204" pitchFamily="34" charset="0"/>
              </a:rPr>
              <a:t>(b) </a:t>
            </a:r>
            <a:r>
              <a:rPr lang="pt-BR" sz="1400" b="0" dirty="0">
                <a:solidFill>
                  <a:schemeClr val="tx1"/>
                </a:solidFill>
                <a:cs typeface="Arial" panose="020B0604020202020204" pitchFamily="34" charset="0"/>
              </a:rPr>
              <a:t>assuma que no instante inicial (t = 0 s) a posição é 0 m (posição inicial).</a:t>
            </a:r>
          </a:p>
        </p:txBody>
      </p:sp>
      <p:graphicFrame>
        <p:nvGraphicFramePr>
          <p:cNvPr id="6" name="Tabela 5"/>
          <p:cNvGraphicFramePr>
            <a:graphicFrameLocks noGrp="1"/>
          </p:cNvGraphicFramePr>
          <p:nvPr/>
        </p:nvGraphicFramePr>
        <p:xfrm>
          <a:off x="127000" y="3439160"/>
          <a:ext cx="2565400" cy="2966720"/>
        </p:xfrm>
        <a:graphic>
          <a:graphicData uri="http://schemas.openxmlformats.org/drawingml/2006/table">
            <a:tbl>
              <a:tblPr firstRow="1" bandRow="1">
                <a:tableStyleId>{5C22544A-7EE6-4342-B048-85BDC9FD1C3A}</a:tableStyleId>
              </a:tblPr>
              <a:tblGrid>
                <a:gridCol w="1181100">
                  <a:extLst>
                    <a:ext uri="{9D8B030D-6E8A-4147-A177-3AD203B41FA5}">
                      <a16:colId xmlns:a16="http://schemas.microsoft.com/office/drawing/2014/main" val="20000"/>
                    </a:ext>
                  </a:extLst>
                </a:gridCol>
                <a:gridCol w="1384300">
                  <a:extLst>
                    <a:ext uri="{9D8B030D-6E8A-4147-A177-3AD203B41FA5}">
                      <a16:colId xmlns:a16="http://schemas.microsoft.com/office/drawing/2014/main" val="20001"/>
                    </a:ext>
                  </a:extLst>
                </a:gridCol>
              </a:tblGrid>
              <a:tr h="370840">
                <a:tc>
                  <a:txBody>
                    <a:bodyPr/>
                    <a:lstStyle/>
                    <a:p>
                      <a:r>
                        <a:rPr lang="pt-BR" dirty="0">
                          <a:solidFill>
                            <a:schemeClr val="tx1"/>
                          </a:solidFill>
                        </a:rPr>
                        <a:t>Tempo (s)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pt-BR" dirty="0">
                          <a:solidFill>
                            <a:schemeClr val="tx1"/>
                          </a:solidFill>
                        </a:rPr>
                        <a:t>Posição (m)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r>
                        <a:rPr lang="pt-BR"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pt-BR"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algn="ctr"/>
                      <a:r>
                        <a:rPr lang="pt-BR"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pt-BR"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pPr algn="ctr"/>
                      <a:r>
                        <a:rPr lang="pt-BR"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pt-BR"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70840">
                <a:tc>
                  <a:txBody>
                    <a:bodyPr/>
                    <a:lstStyle/>
                    <a:p>
                      <a:pPr algn="ctr"/>
                      <a:r>
                        <a:rPr lang="pt-BR"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pt-BR" dirty="0"/>
                        <a:t>6*2 = 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70840">
                <a:tc>
                  <a:txBody>
                    <a:bodyPr/>
                    <a:lstStyle/>
                    <a:p>
                      <a:pPr algn="ctr"/>
                      <a:r>
                        <a:rPr lang="pt-BR"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pt-BR" dirty="0"/>
                        <a:t>10*2 = 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370840">
                <a:tc>
                  <a:txBody>
                    <a:bodyPr/>
                    <a:lstStyle/>
                    <a:p>
                      <a:pPr algn="ctr"/>
                      <a:r>
                        <a:rPr lang="pt-BR" dirty="0"/>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pt-BR" dirty="0"/>
                        <a:t>12*2 = 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370840">
                <a:tc>
                  <a:txBody>
                    <a:bodyPr/>
                    <a:lstStyle/>
                    <a:p>
                      <a:pPr algn="ctr"/>
                      <a:r>
                        <a:rPr lang="pt-BR" dirty="0"/>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pt-BR" dirty="0"/>
                        <a:t>15*2 = 30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bl>
          </a:graphicData>
        </a:graphic>
      </p:graphicFrame>
      <p:graphicFrame>
        <p:nvGraphicFramePr>
          <p:cNvPr id="11" name="Gráfico 10"/>
          <p:cNvGraphicFramePr/>
          <p:nvPr/>
        </p:nvGraphicFramePr>
        <p:xfrm>
          <a:off x="3529603" y="3314700"/>
          <a:ext cx="4484687" cy="3454400"/>
        </p:xfrm>
        <a:graphic>
          <a:graphicData uri="http://schemas.openxmlformats.org/drawingml/2006/chart">
            <c:chart xmlns:c="http://schemas.openxmlformats.org/drawingml/2006/chart" xmlns:r="http://schemas.openxmlformats.org/officeDocument/2006/relationships" r:id="rId3"/>
          </a:graphicData>
        </a:graphic>
      </p:graphicFrame>
      <p:sp>
        <p:nvSpPr>
          <p:cNvPr id="7" name="CaixaDeTexto 6"/>
          <p:cNvSpPr txBox="1"/>
          <p:nvPr/>
        </p:nvSpPr>
        <p:spPr>
          <a:xfrm>
            <a:off x="127000" y="2698373"/>
            <a:ext cx="7812908" cy="369332"/>
          </a:xfrm>
          <a:prstGeom prst="rect">
            <a:avLst/>
          </a:prstGeom>
          <a:noFill/>
        </p:spPr>
        <p:txBody>
          <a:bodyPr wrap="none" rtlCol="0">
            <a:spAutoFit/>
          </a:bodyPr>
          <a:lstStyle/>
          <a:p>
            <a:r>
              <a:rPr lang="pt-BR" dirty="0"/>
              <a:t>Velocidade = 2 m/s (metros por segundo) -&gt; a cada segundo ele anda dois metros.</a:t>
            </a:r>
          </a:p>
        </p:txBody>
      </p:sp>
    </p:spTree>
    <p:extLst>
      <p:ext uri="{BB962C8B-B14F-4D97-AF65-F5344CB8AC3E}">
        <p14:creationId xmlns:p14="http://schemas.microsoft.com/office/powerpoint/2010/main" val="2354502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1" grpId="0">
        <p:bldAsOne/>
      </p:bldGraphic>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
          <p:cNvSpPr>
            <a:spLocks noChangeArrowheads="1"/>
          </p:cNvSpPr>
          <p:nvPr/>
        </p:nvSpPr>
        <p:spPr bwMode="auto">
          <a:xfrm>
            <a:off x="0" y="1524547"/>
            <a:ext cx="9143999" cy="8720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b="1">
                <a:solidFill>
                  <a:schemeClr val="bg2"/>
                </a:solidFill>
                <a:latin typeface="Arial" panose="020B0604020202020204" pitchFamily="34" charset="0"/>
              </a:defRPr>
            </a:lvl1pPr>
            <a:lvl2pPr marL="742950" indent="-285750">
              <a:defRPr b="1">
                <a:solidFill>
                  <a:schemeClr val="bg2"/>
                </a:solidFill>
                <a:latin typeface="Arial" panose="020B0604020202020204" pitchFamily="34" charset="0"/>
              </a:defRPr>
            </a:lvl2pPr>
            <a:lvl3pPr marL="1143000" indent="-228600">
              <a:defRPr b="1">
                <a:solidFill>
                  <a:schemeClr val="bg2"/>
                </a:solidFill>
                <a:latin typeface="Arial" panose="020B0604020202020204" pitchFamily="34" charset="0"/>
              </a:defRPr>
            </a:lvl3pPr>
            <a:lvl4pPr marL="1600200" indent="-228600">
              <a:defRPr b="1">
                <a:solidFill>
                  <a:schemeClr val="bg2"/>
                </a:solidFill>
                <a:latin typeface="Arial" panose="020B0604020202020204" pitchFamily="34" charset="0"/>
              </a:defRPr>
            </a:lvl4pPr>
            <a:lvl5pPr marL="2057400" indent="-228600">
              <a:defRPr b="1">
                <a:solidFill>
                  <a:schemeClr val="bg2"/>
                </a:solidFill>
                <a:latin typeface="Arial" panose="020B0604020202020204" pitchFamily="34" charset="0"/>
              </a:defRPr>
            </a:lvl5pPr>
            <a:lvl6pPr marL="2514600" indent="-228600" eaLnBrk="0" fontAlgn="base" hangingPunct="0">
              <a:spcBef>
                <a:spcPct val="0"/>
              </a:spcBef>
              <a:spcAft>
                <a:spcPct val="0"/>
              </a:spcAft>
              <a:defRPr b="1">
                <a:solidFill>
                  <a:schemeClr val="bg2"/>
                </a:solidFill>
                <a:latin typeface="Arial" panose="020B0604020202020204" pitchFamily="34" charset="0"/>
              </a:defRPr>
            </a:lvl6pPr>
            <a:lvl7pPr marL="2971800" indent="-228600" eaLnBrk="0" fontAlgn="base" hangingPunct="0">
              <a:spcBef>
                <a:spcPct val="0"/>
              </a:spcBef>
              <a:spcAft>
                <a:spcPct val="0"/>
              </a:spcAft>
              <a:defRPr b="1">
                <a:solidFill>
                  <a:schemeClr val="bg2"/>
                </a:solidFill>
                <a:latin typeface="Arial" panose="020B0604020202020204" pitchFamily="34" charset="0"/>
              </a:defRPr>
            </a:lvl7pPr>
            <a:lvl8pPr marL="3429000" indent="-228600" eaLnBrk="0" fontAlgn="base" hangingPunct="0">
              <a:spcBef>
                <a:spcPct val="0"/>
              </a:spcBef>
              <a:spcAft>
                <a:spcPct val="0"/>
              </a:spcAft>
              <a:defRPr b="1">
                <a:solidFill>
                  <a:schemeClr val="bg2"/>
                </a:solidFill>
                <a:latin typeface="Arial" panose="020B0604020202020204" pitchFamily="34" charset="0"/>
              </a:defRPr>
            </a:lvl8pPr>
            <a:lvl9pPr marL="3886200" indent="-228600" eaLnBrk="0" fontAlgn="base" hangingPunct="0">
              <a:spcBef>
                <a:spcPct val="0"/>
              </a:spcBef>
              <a:spcAft>
                <a:spcPct val="0"/>
              </a:spcAft>
              <a:defRPr b="1">
                <a:solidFill>
                  <a:schemeClr val="bg2"/>
                </a:solidFill>
                <a:latin typeface="Arial" panose="020B0604020202020204" pitchFamily="34" charset="0"/>
              </a:defRPr>
            </a:lvl9pPr>
          </a:lstStyle>
          <a:p>
            <a:pPr algn="just" eaLnBrk="1" hangingPunct="1">
              <a:lnSpc>
                <a:spcPct val="150000"/>
              </a:lnSpc>
            </a:pPr>
            <a:r>
              <a:rPr lang="pt-BR" dirty="0"/>
              <a:t>	</a:t>
            </a:r>
            <a:r>
              <a:rPr lang="pt-BR" b="0" dirty="0">
                <a:solidFill>
                  <a:schemeClr val="tx1"/>
                </a:solidFill>
                <a:cs typeface="Arial" panose="020B0604020202020204" pitchFamily="34" charset="0"/>
              </a:rPr>
              <a:t>Vamos supor agora que: </a:t>
            </a:r>
            <a:r>
              <a:rPr lang="pt-BR" dirty="0">
                <a:solidFill>
                  <a:schemeClr val="tx1"/>
                </a:solidFill>
                <a:cs typeface="Arial" panose="020B0604020202020204" pitchFamily="34" charset="0"/>
              </a:rPr>
              <a:t>(a)</a:t>
            </a:r>
            <a:r>
              <a:rPr lang="pt-BR" b="0" dirty="0">
                <a:solidFill>
                  <a:schemeClr val="tx1"/>
                </a:solidFill>
                <a:cs typeface="Arial" panose="020B0604020202020204" pitchFamily="34" charset="0"/>
              </a:rPr>
              <a:t> velocidade é de 3 m/s (constante) e </a:t>
            </a:r>
            <a:r>
              <a:rPr lang="pt-BR" dirty="0">
                <a:solidFill>
                  <a:schemeClr val="tx1"/>
                </a:solidFill>
                <a:cs typeface="Arial" panose="020B0604020202020204" pitchFamily="34" charset="0"/>
              </a:rPr>
              <a:t>(b) </a:t>
            </a:r>
            <a:r>
              <a:rPr lang="pt-BR" b="0" dirty="0">
                <a:solidFill>
                  <a:schemeClr val="tx1"/>
                </a:solidFill>
                <a:cs typeface="Arial" panose="020B0604020202020204" pitchFamily="34" charset="0"/>
              </a:rPr>
              <a:t>que no instante inicial (t = 0 s) a posição é 2 m (posição inicial).</a:t>
            </a:r>
          </a:p>
        </p:txBody>
      </p:sp>
      <p:graphicFrame>
        <p:nvGraphicFramePr>
          <p:cNvPr id="5" name="Tabela 4"/>
          <p:cNvGraphicFramePr>
            <a:graphicFrameLocks noGrp="1"/>
          </p:cNvGraphicFramePr>
          <p:nvPr>
            <p:extLst>
              <p:ext uri="{D42A27DB-BD31-4B8C-83A1-F6EECF244321}">
                <p14:modId xmlns:p14="http://schemas.microsoft.com/office/powerpoint/2010/main" val="2993162231"/>
              </p:ext>
            </p:extLst>
          </p:nvPr>
        </p:nvGraphicFramePr>
        <p:xfrm>
          <a:off x="127000" y="3439160"/>
          <a:ext cx="2565400" cy="2966720"/>
        </p:xfrm>
        <a:graphic>
          <a:graphicData uri="http://schemas.openxmlformats.org/drawingml/2006/table">
            <a:tbl>
              <a:tblPr firstRow="1" bandRow="1">
                <a:tableStyleId>{5C22544A-7EE6-4342-B048-85BDC9FD1C3A}</a:tableStyleId>
              </a:tblPr>
              <a:tblGrid>
                <a:gridCol w="1181100">
                  <a:extLst>
                    <a:ext uri="{9D8B030D-6E8A-4147-A177-3AD203B41FA5}">
                      <a16:colId xmlns:a16="http://schemas.microsoft.com/office/drawing/2014/main" val="20000"/>
                    </a:ext>
                  </a:extLst>
                </a:gridCol>
                <a:gridCol w="1384300">
                  <a:extLst>
                    <a:ext uri="{9D8B030D-6E8A-4147-A177-3AD203B41FA5}">
                      <a16:colId xmlns:a16="http://schemas.microsoft.com/office/drawing/2014/main" val="20001"/>
                    </a:ext>
                  </a:extLst>
                </a:gridCol>
              </a:tblGrid>
              <a:tr h="370840">
                <a:tc>
                  <a:txBody>
                    <a:bodyPr/>
                    <a:lstStyle/>
                    <a:p>
                      <a:r>
                        <a:rPr lang="pt-BR" dirty="0">
                          <a:solidFill>
                            <a:schemeClr val="tx1"/>
                          </a:solidFill>
                        </a:rPr>
                        <a:t>Tempo (s)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pt-BR" dirty="0">
                          <a:solidFill>
                            <a:schemeClr val="tx1"/>
                          </a:solidFill>
                        </a:rPr>
                        <a:t>Posição (m)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r>
                        <a:rPr lang="pt-BR"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pt-B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algn="ctr"/>
                      <a:r>
                        <a:rPr lang="pt-BR"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pt-B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pPr algn="ctr"/>
                      <a:r>
                        <a:rPr lang="pt-BR"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pt-B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70840">
                <a:tc>
                  <a:txBody>
                    <a:bodyPr/>
                    <a:lstStyle/>
                    <a:p>
                      <a:pPr algn="ctr"/>
                      <a:r>
                        <a:rPr lang="pt-BR"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pt-B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70840">
                <a:tc>
                  <a:txBody>
                    <a:bodyPr/>
                    <a:lstStyle/>
                    <a:p>
                      <a:pPr algn="ctr"/>
                      <a:r>
                        <a:rPr lang="pt-BR"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pt-B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370840">
                <a:tc>
                  <a:txBody>
                    <a:bodyPr/>
                    <a:lstStyle/>
                    <a:p>
                      <a:pPr algn="ctr"/>
                      <a:r>
                        <a:rPr lang="pt-BR" dirty="0"/>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pt-B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370840">
                <a:tc>
                  <a:txBody>
                    <a:bodyPr/>
                    <a:lstStyle/>
                    <a:p>
                      <a:pPr algn="ctr"/>
                      <a:r>
                        <a:rPr lang="pt-BR"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pt-B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bl>
          </a:graphicData>
        </a:graphic>
      </p:graphicFrame>
      <p:sp>
        <p:nvSpPr>
          <p:cNvPr id="6" name="CaixaDeTexto 5"/>
          <p:cNvSpPr txBox="1"/>
          <p:nvPr/>
        </p:nvSpPr>
        <p:spPr>
          <a:xfrm>
            <a:off x="127000" y="2613707"/>
            <a:ext cx="7812908" cy="369332"/>
          </a:xfrm>
          <a:prstGeom prst="rect">
            <a:avLst/>
          </a:prstGeom>
          <a:noFill/>
        </p:spPr>
        <p:txBody>
          <a:bodyPr wrap="none" rtlCol="0">
            <a:spAutoFit/>
          </a:bodyPr>
          <a:lstStyle/>
          <a:p>
            <a:r>
              <a:rPr lang="pt-BR" dirty="0"/>
              <a:t>Velocidade = 3 m/s (metros por segundo) -&gt; a cada segundo ele anda três metros.</a:t>
            </a:r>
          </a:p>
        </p:txBody>
      </p:sp>
    </p:spTree>
    <p:extLst>
      <p:ext uri="{BB962C8B-B14F-4D97-AF65-F5344CB8AC3E}">
        <p14:creationId xmlns:p14="http://schemas.microsoft.com/office/powerpoint/2010/main" val="3480922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
          <p:cNvSpPr>
            <a:spLocks noChangeArrowheads="1"/>
          </p:cNvSpPr>
          <p:nvPr/>
        </p:nvSpPr>
        <p:spPr bwMode="auto">
          <a:xfrm>
            <a:off x="0" y="1524547"/>
            <a:ext cx="9143999" cy="8720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b="1">
                <a:solidFill>
                  <a:schemeClr val="bg2"/>
                </a:solidFill>
                <a:latin typeface="Arial" panose="020B0604020202020204" pitchFamily="34" charset="0"/>
              </a:defRPr>
            </a:lvl1pPr>
            <a:lvl2pPr marL="742950" indent="-285750">
              <a:defRPr b="1">
                <a:solidFill>
                  <a:schemeClr val="bg2"/>
                </a:solidFill>
                <a:latin typeface="Arial" panose="020B0604020202020204" pitchFamily="34" charset="0"/>
              </a:defRPr>
            </a:lvl2pPr>
            <a:lvl3pPr marL="1143000" indent="-228600">
              <a:defRPr b="1">
                <a:solidFill>
                  <a:schemeClr val="bg2"/>
                </a:solidFill>
                <a:latin typeface="Arial" panose="020B0604020202020204" pitchFamily="34" charset="0"/>
              </a:defRPr>
            </a:lvl3pPr>
            <a:lvl4pPr marL="1600200" indent="-228600">
              <a:defRPr b="1">
                <a:solidFill>
                  <a:schemeClr val="bg2"/>
                </a:solidFill>
                <a:latin typeface="Arial" panose="020B0604020202020204" pitchFamily="34" charset="0"/>
              </a:defRPr>
            </a:lvl4pPr>
            <a:lvl5pPr marL="2057400" indent="-228600">
              <a:defRPr b="1">
                <a:solidFill>
                  <a:schemeClr val="bg2"/>
                </a:solidFill>
                <a:latin typeface="Arial" panose="020B0604020202020204" pitchFamily="34" charset="0"/>
              </a:defRPr>
            </a:lvl5pPr>
            <a:lvl6pPr marL="2514600" indent="-228600" eaLnBrk="0" fontAlgn="base" hangingPunct="0">
              <a:spcBef>
                <a:spcPct val="0"/>
              </a:spcBef>
              <a:spcAft>
                <a:spcPct val="0"/>
              </a:spcAft>
              <a:defRPr b="1">
                <a:solidFill>
                  <a:schemeClr val="bg2"/>
                </a:solidFill>
                <a:latin typeface="Arial" panose="020B0604020202020204" pitchFamily="34" charset="0"/>
              </a:defRPr>
            </a:lvl6pPr>
            <a:lvl7pPr marL="2971800" indent="-228600" eaLnBrk="0" fontAlgn="base" hangingPunct="0">
              <a:spcBef>
                <a:spcPct val="0"/>
              </a:spcBef>
              <a:spcAft>
                <a:spcPct val="0"/>
              </a:spcAft>
              <a:defRPr b="1">
                <a:solidFill>
                  <a:schemeClr val="bg2"/>
                </a:solidFill>
                <a:latin typeface="Arial" panose="020B0604020202020204" pitchFamily="34" charset="0"/>
              </a:defRPr>
            </a:lvl7pPr>
            <a:lvl8pPr marL="3429000" indent="-228600" eaLnBrk="0" fontAlgn="base" hangingPunct="0">
              <a:spcBef>
                <a:spcPct val="0"/>
              </a:spcBef>
              <a:spcAft>
                <a:spcPct val="0"/>
              </a:spcAft>
              <a:defRPr b="1">
                <a:solidFill>
                  <a:schemeClr val="bg2"/>
                </a:solidFill>
                <a:latin typeface="Arial" panose="020B0604020202020204" pitchFamily="34" charset="0"/>
              </a:defRPr>
            </a:lvl8pPr>
            <a:lvl9pPr marL="3886200" indent="-228600" eaLnBrk="0" fontAlgn="base" hangingPunct="0">
              <a:spcBef>
                <a:spcPct val="0"/>
              </a:spcBef>
              <a:spcAft>
                <a:spcPct val="0"/>
              </a:spcAft>
              <a:defRPr b="1">
                <a:solidFill>
                  <a:schemeClr val="bg2"/>
                </a:solidFill>
                <a:latin typeface="Arial" panose="020B0604020202020204" pitchFamily="34" charset="0"/>
              </a:defRPr>
            </a:lvl9pPr>
          </a:lstStyle>
          <a:p>
            <a:pPr algn="just" eaLnBrk="1" hangingPunct="1">
              <a:lnSpc>
                <a:spcPct val="150000"/>
              </a:lnSpc>
            </a:pPr>
            <a:r>
              <a:rPr lang="pt-BR" dirty="0"/>
              <a:t>	</a:t>
            </a:r>
            <a:r>
              <a:rPr lang="pt-BR" b="0" dirty="0">
                <a:solidFill>
                  <a:schemeClr val="tx1"/>
                </a:solidFill>
                <a:cs typeface="Arial" panose="020B0604020202020204" pitchFamily="34" charset="0"/>
              </a:rPr>
              <a:t>Vamos supor agora que: </a:t>
            </a:r>
            <a:r>
              <a:rPr lang="pt-BR" dirty="0">
                <a:solidFill>
                  <a:schemeClr val="tx1"/>
                </a:solidFill>
                <a:cs typeface="Arial" panose="020B0604020202020204" pitchFamily="34" charset="0"/>
              </a:rPr>
              <a:t>(a)</a:t>
            </a:r>
            <a:r>
              <a:rPr lang="pt-BR" b="0" dirty="0">
                <a:solidFill>
                  <a:schemeClr val="tx1"/>
                </a:solidFill>
                <a:cs typeface="Arial" panose="020B0604020202020204" pitchFamily="34" charset="0"/>
              </a:rPr>
              <a:t> velocidade é de 3 m/s (constante) e </a:t>
            </a:r>
            <a:r>
              <a:rPr lang="pt-BR" dirty="0">
                <a:solidFill>
                  <a:schemeClr val="tx1"/>
                </a:solidFill>
                <a:cs typeface="Arial" panose="020B0604020202020204" pitchFamily="34" charset="0"/>
              </a:rPr>
              <a:t>(b) </a:t>
            </a:r>
            <a:r>
              <a:rPr lang="pt-BR" b="0" dirty="0">
                <a:solidFill>
                  <a:schemeClr val="tx1"/>
                </a:solidFill>
                <a:cs typeface="Arial" panose="020B0604020202020204" pitchFamily="34" charset="0"/>
              </a:rPr>
              <a:t>que no instante inicial (t = 0 s) a posição é 2 m (posição inicial).</a:t>
            </a:r>
          </a:p>
        </p:txBody>
      </p:sp>
      <p:graphicFrame>
        <p:nvGraphicFramePr>
          <p:cNvPr id="5" name="Tabela 4"/>
          <p:cNvGraphicFramePr>
            <a:graphicFrameLocks noGrp="1"/>
          </p:cNvGraphicFramePr>
          <p:nvPr/>
        </p:nvGraphicFramePr>
        <p:xfrm>
          <a:off x="127000" y="3439160"/>
          <a:ext cx="2565400" cy="2966720"/>
        </p:xfrm>
        <a:graphic>
          <a:graphicData uri="http://schemas.openxmlformats.org/drawingml/2006/table">
            <a:tbl>
              <a:tblPr firstRow="1" bandRow="1">
                <a:tableStyleId>{5C22544A-7EE6-4342-B048-85BDC9FD1C3A}</a:tableStyleId>
              </a:tblPr>
              <a:tblGrid>
                <a:gridCol w="1181100">
                  <a:extLst>
                    <a:ext uri="{9D8B030D-6E8A-4147-A177-3AD203B41FA5}">
                      <a16:colId xmlns:a16="http://schemas.microsoft.com/office/drawing/2014/main" val="20000"/>
                    </a:ext>
                  </a:extLst>
                </a:gridCol>
                <a:gridCol w="1384300">
                  <a:extLst>
                    <a:ext uri="{9D8B030D-6E8A-4147-A177-3AD203B41FA5}">
                      <a16:colId xmlns:a16="http://schemas.microsoft.com/office/drawing/2014/main" val="20001"/>
                    </a:ext>
                  </a:extLst>
                </a:gridCol>
              </a:tblGrid>
              <a:tr h="370840">
                <a:tc>
                  <a:txBody>
                    <a:bodyPr/>
                    <a:lstStyle/>
                    <a:p>
                      <a:r>
                        <a:rPr lang="pt-BR" dirty="0">
                          <a:solidFill>
                            <a:schemeClr val="tx1"/>
                          </a:solidFill>
                        </a:rPr>
                        <a:t>Tempo (s)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pt-BR" dirty="0">
                          <a:solidFill>
                            <a:schemeClr val="tx1"/>
                          </a:solidFill>
                        </a:rPr>
                        <a:t>Posição (m)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r>
                        <a:rPr lang="pt-BR"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pt-BR"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algn="ctr"/>
                      <a:r>
                        <a:rPr lang="pt-BR"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pt-BR" dirty="0"/>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pPr algn="ctr"/>
                      <a:r>
                        <a:rPr lang="pt-BR"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pt-BR"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70840">
                <a:tc>
                  <a:txBody>
                    <a:bodyPr/>
                    <a:lstStyle/>
                    <a:p>
                      <a:pPr algn="ctr"/>
                      <a:r>
                        <a:rPr lang="pt-BR"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pt-BR" dirty="0"/>
                        <a:t>2+6*3 = 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70840">
                <a:tc>
                  <a:txBody>
                    <a:bodyPr/>
                    <a:lstStyle/>
                    <a:p>
                      <a:pPr algn="ctr"/>
                      <a:r>
                        <a:rPr lang="pt-BR"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pt-BR" dirty="0"/>
                        <a:t>2+10*3 = 32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370840">
                <a:tc>
                  <a:txBody>
                    <a:bodyPr/>
                    <a:lstStyle/>
                    <a:p>
                      <a:pPr algn="ctr"/>
                      <a:r>
                        <a:rPr lang="pt-BR" dirty="0"/>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pt-BR" dirty="0"/>
                        <a:t>2+12*3 = 38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370840">
                <a:tc>
                  <a:txBody>
                    <a:bodyPr/>
                    <a:lstStyle/>
                    <a:p>
                      <a:pPr algn="ctr"/>
                      <a:r>
                        <a:rPr lang="pt-BR"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pt-BR" dirty="0"/>
                        <a:t>2+14*3 = 44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bl>
          </a:graphicData>
        </a:graphic>
      </p:graphicFrame>
      <p:graphicFrame>
        <p:nvGraphicFramePr>
          <p:cNvPr id="7" name="Gráfico 6"/>
          <p:cNvGraphicFramePr/>
          <p:nvPr/>
        </p:nvGraphicFramePr>
        <p:xfrm>
          <a:off x="3146426" y="3314700"/>
          <a:ext cx="4484687" cy="3454400"/>
        </p:xfrm>
        <a:graphic>
          <a:graphicData uri="http://schemas.openxmlformats.org/drawingml/2006/chart">
            <c:chart xmlns:c="http://schemas.openxmlformats.org/drawingml/2006/chart" xmlns:r="http://schemas.openxmlformats.org/officeDocument/2006/relationships" r:id="rId2"/>
          </a:graphicData>
        </a:graphic>
      </p:graphicFrame>
      <p:sp>
        <p:nvSpPr>
          <p:cNvPr id="6" name="CaixaDeTexto 5"/>
          <p:cNvSpPr txBox="1"/>
          <p:nvPr/>
        </p:nvSpPr>
        <p:spPr>
          <a:xfrm>
            <a:off x="127000" y="2613707"/>
            <a:ext cx="7812908" cy="369332"/>
          </a:xfrm>
          <a:prstGeom prst="rect">
            <a:avLst/>
          </a:prstGeom>
          <a:noFill/>
        </p:spPr>
        <p:txBody>
          <a:bodyPr wrap="none" rtlCol="0">
            <a:spAutoFit/>
          </a:bodyPr>
          <a:lstStyle/>
          <a:p>
            <a:r>
              <a:rPr lang="pt-BR" dirty="0"/>
              <a:t>Velocidade = 3 m/s (metros por segundo) -&gt; a cada segundo ele anda três metros.</a:t>
            </a:r>
          </a:p>
        </p:txBody>
      </p:sp>
      <p:cxnSp>
        <p:nvCxnSpPr>
          <p:cNvPr id="8" name="Conector de Seta Reta 7"/>
          <p:cNvCxnSpPr/>
          <p:nvPr/>
        </p:nvCxnSpPr>
        <p:spPr>
          <a:xfrm>
            <a:off x="5740400" y="3314700"/>
            <a:ext cx="615950" cy="882650"/>
          </a:xfrm>
          <a:prstGeom prst="straightConnector1">
            <a:avLst/>
          </a:prstGeom>
          <a:ln>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9" name="CaixaDeTexto 8"/>
          <p:cNvSpPr txBox="1"/>
          <p:nvPr/>
        </p:nvSpPr>
        <p:spPr>
          <a:xfrm>
            <a:off x="4144433" y="2996684"/>
            <a:ext cx="2481000" cy="369332"/>
          </a:xfrm>
          <a:prstGeom prst="rect">
            <a:avLst/>
          </a:prstGeom>
          <a:noFill/>
        </p:spPr>
        <p:txBody>
          <a:bodyPr wrap="none" rtlCol="0">
            <a:spAutoFit/>
          </a:bodyPr>
          <a:lstStyle/>
          <a:p>
            <a:r>
              <a:rPr lang="pt-BR" dirty="0"/>
              <a:t>Função de primeiro grau</a:t>
            </a:r>
          </a:p>
        </p:txBody>
      </p:sp>
    </p:spTree>
    <p:extLst>
      <p:ext uri="{BB962C8B-B14F-4D97-AF65-F5344CB8AC3E}">
        <p14:creationId xmlns:p14="http://schemas.microsoft.com/office/powerpoint/2010/main" val="2521314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AsOne/>
      </p:bldGraphic>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
          <p:cNvSpPr>
            <a:spLocks noChangeArrowheads="1"/>
          </p:cNvSpPr>
          <p:nvPr/>
        </p:nvSpPr>
        <p:spPr bwMode="auto">
          <a:xfrm>
            <a:off x="36513" y="726937"/>
            <a:ext cx="8928100" cy="8720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bg2"/>
                </a:solidFill>
                <a:latin typeface="Arial" panose="020B0604020202020204" pitchFamily="34" charset="0"/>
              </a:defRPr>
            </a:lvl1pPr>
            <a:lvl2pPr marL="742950" indent="-285750">
              <a:defRPr b="1">
                <a:solidFill>
                  <a:schemeClr val="bg2"/>
                </a:solidFill>
                <a:latin typeface="Arial" panose="020B0604020202020204" pitchFamily="34" charset="0"/>
              </a:defRPr>
            </a:lvl2pPr>
            <a:lvl3pPr marL="1143000" indent="-228600">
              <a:defRPr b="1">
                <a:solidFill>
                  <a:schemeClr val="bg2"/>
                </a:solidFill>
                <a:latin typeface="Arial" panose="020B0604020202020204" pitchFamily="34" charset="0"/>
              </a:defRPr>
            </a:lvl3pPr>
            <a:lvl4pPr marL="1600200" indent="-228600">
              <a:defRPr b="1">
                <a:solidFill>
                  <a:schemeClr val="bg2"/>
                </a:solidFill>
                <a:latin typeface="Arial" panose="020B0604020202020204" pitchFamily="34" charset="0"/>
              </a:defRPr>
            </a:lvl4pPr>
            <a:lvl5pPr marL="2057400" indent="-228600">
              <a:defRPr b="1">
                <a:solidFill>
                  <a:schemeClr val="bg2"/>
                </a:solidFill>
                <a:latin typeface="Arial" panose="020B0604020202020204" pitchFamily="34" charset="0"/>
              </a:defRPr>
            </a:lvl5pPr>
            <a:lvl6pPr marL="2514600" indent="-228600" eaLnBrk="0" fontAlgn="base" hangingPunct="0">
              <a:spcBef>
                <a:spcPct val="0"/>
              </a:spcBef>
              <a:spcAft>
                <a:spcPct val="0"/>
              </a:spcAft>
              <a:defRPr b="1">
                <a:solidFill>
                  <a:schemeClr val="bg2"/>
                </a:solidFill>
                <a:latin typeface="Arial" panose="020B0604020202020204" pitchFamily="34" charset="0"/>
              </a:defRPr>
            </a:lvl6pPr>
            <a:lvl7pPr marL="2971800" indent="-228600" eaLnBrk="0" fontAlgn="base" hangingPunct="0">
              <a:spcBef>
                <a:spcPct val="0"/>
              </a:spcBef>
              <a:spcAft>
                <a:spcPct val="0"/>
              </a:spcAft>
              <a:defRPr b="1">
                <a:solidFill>
                  <a:schemeClr val="bg2"/>
                </a:solidFill>
                <a:latin typeface="Arial" panose="020B0604020202020204" pitchFamily="34" charset="0"/>
              </a:defRPr>
            </a:lvl7pPr>
            <a:lvl8pPr marL="3429000" indent="-228600" eaLnBrk="0" fontAlgn="base" hangingPunct="0">
              <a:spcBef>
                <a:spcPct val="0"/>
              </a:spcBef>
              <a:spcAft>
                <a:spcPct val="0"/>
              </a:spcAft>
              <a:defRPr b="1">
                <a:solidFill>
                  <a:schemeClr val="bg2"/>
                </a:solidFill>
                <a:latin typeface="Arial" panose="020B0604020202020204" pitchFamily="34" charset="0"/>
              </a:defRPr>
            </a:lvl8pPr>
            <a:lvl9pPr marL="3886200" indent="-228600" eaLnBrk="0" fontAlgn="base" hangingPunct="0">
              <a:spcBef>
                <a:spcPct val="0"/>
              </a:spcBef>
              <a:spcAft>
                <a:spcPct val="0"/>
              </a:spcAft>
              <a:defRPr b="1">
                <a:solidFill>
                  <a:schemeClr val="bg2"/>
                </a:solidFill>
                <a:latin typeface="Arial" panose="020B0604020202020204" pitchFamily="34" charset="0"/>
              </a:defRPr>
            </a:lvl9pPr>
          </a:lstStyle>
          <a:p>
            <a:pPr algn="just" eaLnBrk="1" hangingPunct="1">
              <a:lnSpc>
                <a:spcPct val="150000"/>
              </a:lnSpc>
            </a:pPr>
            <a:r>
              <a:rPr lang="pt-BR" dirty="0"/>
              <a:t>	</a:t>
            </a:r>
            <a:r>
              <a:rPr lang="pt-BR" dirty="0">
                <a:solidFill>
                  <a:schemeClr val="tx1"/>
                </a:solidFill>
              </a:rPr>
              <a:t>Como é o gráfico da posição pelo tempo em um movimento com velocidade constante?</a:t>
            </a:r>
            <a:endParaRPr lang="pt-BR" b="0" dirty="0">
              <a:solidFill>
                <a:schemeClr val="tx1"/>
              </a:solidFill>
            </a:endParaRPr>
          </a:p>
        </p:txBody>
      </p:sp>
      <p:sp>
        <p:nvSpPr>
          <p:cNvPr id="6" name="Retângulo 5"/>
          <p:cNvSpPr/>
          <p:nvPr/>
        </p:nvSpPr>
        <p:spPr>
          <a:xfrm>
            <a:off x="30087" y="1738165"/>
            <a:ext cx="4564070" cy="658835"/>
          </a:xfrm>
          <a:prstGeom prst="rect">
            <a:avLst/>
          </a:prstGeom>
        </p:spPr>
        <p:txBody>
          <a:bodyPr wrap="none">
            <a:spAutoFit/>
          </a:bodyPr>
          <a:lstStyle/>
          <a:p>
            <a:pPr algn="just">
              <a:lnSpc>
                <a:spcPct val="150000"/>
              </a:lnSpc>
            </a:pPr>
            <a:r>
              <a:rPr lang="pt-BR" dirty="0">
                <a:cs typeface="Arial" panose="020B0604020202020204" pitchFamily="34" charset="0"/>
              </a:rPr>
              <a:t>	</a:t>
            </a:r>
            <a:r>
              <a:rPr lang="pt-BR" sz="2800" b="1" dirty="0">
                <a:solidFill>
                  <a:srgbClr val="FF0000"/>
                </a:solidFill>
                <a:latin typeface="Arial" panose="020B0604020202020204" pitchFamily="34" charset="0"/>
                <a:cs typeface="Arial" panose="020B0604020202020204" pitchFamily="34" charset="0"/>
              </a:rPr>
              <a:t>É sempre uma treta!</a:t>
            </a:r>
          </a:p>
        </p:txBody>
      </p:sp>
      <p:sp>
        <p:nvSpPr>
          <p:cNvPr id="5" name="Rectangle 10"/>
          <p:cNvSpPr>
            <a:spLocks noChangeArrowheads="1"/>
          </p:cNvSpPr>
          <p:nvPr/>
        </p:nvSpPr>
        <p:spPr bwMode="auto">
          <a:xfrm>
            <a:off x="0" y="728664"/>
            <a:ext cx="9144000" cy="1674497"/>
          </a:xfrm>
          <a:prstGeom prst="rect">
            <a:avLst/>
          </a:prstGeom>
          <a:solidFill>
            <a:schemeClr val="bg1"/>
          </a:solidFill>
          <a:ln>
            <a:noFill/>
          </a:ln>
          <a:effectLst/>
        </p:spPr>
        <p:txBody>
          <a:bodyPr wrap="square">
            <a:spAutoFit/>
          </a:bodyPr>
          <a:lstStyle>
            <a:lvl1pPr>
              <a:defRPr b="1">
                <a:solidFill>
                  <a:schemeClr val="bg2"/>
                </a:solidFill>
                <a:latin typeface="Arial" panose="020B0604020202020204" pitchFamily="34" charset="0"/>
              </a:defRPr>
            </a:lvl1pPr>
            <a:lvl2pPr marL="742950" indent="-285750">
              <a:defRPr b="1">
                <a:solidFill>
                  <a:schemeClr val="bg2"/>
                </a:solidFill>
                <a:latin typeface="Arial" panose="020B0604020202020204" pitchFamily="34" charset="0"/>
              </a:defRPr>
            </a:lvl2pPr>
            <a:lvl3pPr marL="1143000" indent="-228600">
              <a:defRPr b="1">
                <a:solidFill>
                  <a:schemeClr val="bg2"/>
                </a:solidFill>
                <a:latin typeface="Arial" panose="020B0604020202020204" pitchFamily="34" charset="0"/>
              </a:defRPr>
            </a:lvl3pPr>
            <a:lvl4pPr marL="1600200" indent="-228600">
              <a:defRPr b="1">
                <a:solidFill>
                  <a:schemeClr val="bg2"/>
                </a:solidFill>
                <a:latin typeface="Arial" panose="020B0604020202020204" pitchFamily="34" charset="0"/>
              </a:defRPr>
            </a:lvl4pPr>
            <a:lvl5pPr marL="2057400" indent="-228600">
              <a:defRPr b="1">
                <a:solidFill>
                  <a:schemeClr val="bg2"/>
                </a:solidFill>
                <a:latin typeface="Arial" panose="020B0604020202020204" pitchFamily="34" charset="0"/>
              </a:defRPr>
            </a:lvl5pPr>
            <a:lvl6pPr marL="2514600" indent="-228600" eaLnBrk="0" fontAlgn="base" hangingPunct="0">
              <a:spcBef>
                <a:spcPct val="0"/>
              </a:spcBef>
              <a:spcAft>
                <a:spcPct val="0"/>
              </a:spcAft>
              <a:defRPr b="1">
                <a:solidFill>
                  <a:schemeClr val="bg2"/>
                </a:solidFill>
                <a:latin typeface="Arial" panose="020B0604020202020204" pitchFamily="34" charset="0"/>
              </a:defRPr>
            </a:lvl6pPr>
            <a:lvl7pPr marL="2971800" indent="-228600" eaLnBrk="0" fontAlgn="base" hangingPunct="0">
              <a:spcBef>
                <a:spcPct val="0"/>
              </a:spcBef>
              <a:spcAft>
                <a:spcPct val="0"/>
              </a:spcAft>
              <a:defRPr b="1">
                <a:solidFill>
                  <a:schemeClr val="bg2"/>
                </a:solidFill>
                <a:latin typeface="Arial" panose="020B0604020202020204" pitchFamily="34" charset="0"/>
              </a:defRPr>
            </a:lvl7pPr>
            <a:lvl8pPr marL="3429000" indent="-228600" eaLnBrk="0" fontAlgn="base" hangingPunct="0">
              <a:spcBef>
                <a:spcPct val="0"/>
              </a:spcBef>
              <a:spcAft>
                <a:spcPct val="0"/>
              </a:spcAft>
              <a:defRPr b="1">
                <a:solidFill>
                  <a:schemeClr val="bg2"/>
                </a:solidFill>
                <a:latin typeface="Arial" panose="020B0604020202020204" pitchFamily="34" charset="0"/>
              </a:defRPr>
            </a:lvl8pPr>
            <a:lvl9pPr marL="3886200" indent="-228600" eaLnBrk="0" fontAlgn="base" hangingPunct="0">
              <a:spcBef>
                <a:spcPct val="0"/>
              </a:spcBef>
              <a:spcAft>
                <a:spcPct val="0"/>
              </a:spcAft>
              <a:defRPr b="1">
                <a:solidFill>
                  <a:schemeClr val="bg2"/>
                </a:solidFill>
                <a:latin typeface="Arial" panose="020B0604020202020204" pitchFamily="34" charset="0"/>
              </a:defRPr>
            </a:lvl9pPr>
          </a:lstStyle>
          <a:p>
            <a:pPr algn="just" eaLnBrk="1" hangingPunct="1">
              <a:lnSpc>
                <a:spcPct val="150000"/>
              </a:lnSpc>
            </a:pPr>
            <a:r>
              <a:rPr lang="pt-BR" dirty="0"/>
              <a:t>	</a:t>
            </a:r>
            <a:r>
              <a:rPr lang="pt-BR" dirty="0">
                <a:solidFill>
                  <a:schemeClr val="tx1"/>
                </a:solidFill>
              </a:rPr>
              <a:t>Como é o gráfico da posição pelo tempo em um movimento com velocidade constante?</a:t>
            </a:r>
            <a:endParaRPr lang="pt-BR" b="0" dirty="0">
              <a:solidFill>
                <a:schemeClr val="tx1"/>
              </a:solidFill>
            </a:endParaRPr>
          </a:p>
          <a:p>
            <a:pPr algn="just" eaLnBrk="1" hangingPunct="1">
              <a:lnSpc>
                <a:spcPct val="150000"/>
              </a:lnSpc>
            </a:pPr>
            <a:endParaRPr lang="pt-BR" sz="800" b="0" dirty="0">
              <a:solidFill>
                <a:schemeClr val="tx1"/>
              </a:solidFill>
              <a:cs typeface="Arial" panose="020B0604020202020204" pitchFamily="34" charset="0"/>
            </a:endParaRPr>
          </a:p>
          <a:p>
            <a:pPr algn="just" eaLnBrk="1" hangingPunct="1">
              <a:lnSpc>
                <a:spcPct val="150000"/>
              </a:lnSpc>
            </a:pPr>
            <a:r>
              <a:rPr lang="pt-BR" b="0" dirty="0">
                <a:solidFill>
                  <a:schemeClr val="tx1"/>
                </a:solidFill>
                <a:cs typeface="Arial" panose="020B0604020202020204" pitchFamily="34" charset="0"/>
              </a:rPr>
              <a:t>	</a:t>
            </a:r>
            <a:r>
              <a:rPr lang="pt-BR" sz="2800" dirty="0">
                <a:solidFill>
                  <a:srgbClr val="FF0000"/>
                </a:solidFill>
                <a:cs typeface="Arial" panose="020B0604020202020204" pitchFamily="34" charset="0"/>
              </a:rPr>
              <a:t>É sempre uma reta!</a:t>
            </a:r>
          </a:p>
        </p:txBody>
      </p:sp>
    </p:spTree>
    <p:extLst>
      <p:ext uri="{BB962C8B-B14F-4D97-AF65-F5344CB8AC3E}">
        <p14:creationId xmlns:p14="http://schemas.microsoft.com/office/powerpoint/2010/main" val="3185951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
          <p:cNvSpPr>
            <a:spLocks noChangeArrowheads="1"/>
          </p:cNvSpPr>
          <p:nvPr/>
        </p:nvSpPr>
        <p:spPr bwMode="auto">
          <a:xfrm>
            <a:off x="1" y="728663"/>
            <a:ext cx="9144000" cy="8720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b="1">
                <a:solidFill>
                  <a:schemeClr val="bg2"/>
                </a:solidFill>
                <a:latin typeface="Arial" panose="020B0604020202020204" pitchFamily="34" charset="0"/>
              </a:defRPr>
            </a:lvl1pPr>
            <a:lvl2pPr marL="742950" indent="-285750">
              <a:defRPr b="1">
                <a:solidFill>
                  <a:schemeClr val="bg2"/>
                </a:solidFill>
                <a:latin typeface="Arial" panose="020B0604020202020204" pitchFamily="34" charset="0"/>
              </a:defRPr>
            </a:lvl2pPr>
            <a:lvl3pPr marL="1143000" indent="-228600">
              <a:defRPr b="1">
                <a:solidFill>
                  <a:schemeClr val="bg2"/>
                </a:solidFill>
                <a:latin typeface="Arial" panose="020B0604020202020204" pitchFamily="34" charset="0"/>
              </a:defRPr>
            </a:lvl3pPr>
            <a:lvl4pPr marL="1600200" indent="-228600">
              <a:defRPr b="1">
                <a:solidFill>
                  <a:schemeClr val="bg2"/>
                </a:solidFill>
                <a:latin typeface="Arial" panose="020B0604020202020204" pitchFamily="34" charset="0"/>
              </a:defRPr>
            </a:lvl4pPr>
            <a:lvl5pPr marL="2057400" indent="-228600">
              <a:defRPr b="1">
                <a:solidFill>
                  <a:schemeClr val="bg2"/>
                </a:solidFill>
                <a:latin typeface="Arial" panose="020B0604020202020204" pitchFamily="34" charset="0"/>
              </a:defRPr>
            </a:lvl5pPr>
            <a:lvl6pPr marL="2514600" indent="-228600" eaLnBrk="0" fontAlgn="base" hangingPunct="0">
              <a:spcBef>
                <a:spcPct val="0"/>
              </a:spcBef>
              <a:spcAft>
                <a:spcPct val="0"/>
              </a:spcAft>
              <a:defRPr b="1">
                <a:solidFill>
                  <a:schemeClr val="bg2"/>
                </a:solidFill>
                <a:latin typeface="Arial" panose="020B0604020202020204" pitchFamily="34" charset="0"/>
              </a:defRPr>
            </a:lvl6pPr>
            <a:lvl7pPr marL="2971800" indent="-228600" eaLnBrk="0" fontAlgn="base" hangingPunct="0">
              <a:spcBef>
                <a:spcPct val="0"/>
              </a:spcBef>
              <a:spcAft>
                <a:spcPct val="0"/>
              </a:spcAft>
              <a:defRPr b="1">
                <a:solidFill>
                  <a:schemeClr val="bg2"/>
                </a:solidFill>
                <a:latin typeface="Arial" panose="020B0604020202020204" pitchFamily="34" charset="0"/>
              </a:defRPr>
            </a:lvl7pPr>
            <a:lvl8pPr marL="3429000" indent="-228600" eaLnBrk="0" fontAlgn="base" hangingPunct="0">
              <a:spcBef>
                <a:spcPct val="0"/>
              </a:spcBef>
              <a:spcAft>
                <a:spcPct val="0"/>
              </a:spcAft>
              <a:defRPr b="1">
                <a:solidFill>
                  <a:schemeClr val="bg2"/>
                </a:solidFill>
                <a:latin typeface="Arial" panose="020B0604020202020204" pitchFamily="34" charset="0"/>
              </a:defRPr>
            </a:lvl8pPr>
            <a:lvl9pPr marL="3886200" indent="-228600" eaLnBrk="0" fontAlgn="base" hangingPunct="0">
              <a:spcBef>
                <a:spcPct val="0"/>
              </a:spcBef>
              <a:spcAft>
                <a:spcPct val="0"/>
              </a:spcAft>
              <a:defRPr b="1">
                <a:solidFill>
                  <a:schemeClr val="bg2"/>
                </a:solidFill>
                <a:latin typeface="Arial" panose="020B0604020202020204" pitchFamily="34" charset="0"/>
              </a:defRPr>
            </a:lvl9pPr>
          </a:lstStyle>
          <a:p>
            <a:pPr algn="just" eaLnBrk="1" hangingPunct="1">
              <a:lnSpc>
                <a:spcPct val="150000"/>
              </a:lnSpc>
            </a:pPr>
            <a:r>
              <a:rPr lang="pt-BR" dirty="0"/>
              <a:t>	</a:t>
            </a:r>
            <a:r>
              <a:rPr lang="pt-BR" dirty="0">
                <a:solidFill>
                  <a:schemeClr val="tx1"/>
                </a:solidFill>
              </a:rPr>
              <a:t>Como fica a equação geral que nos dá a posição em função do tempo para um movimento com velocidade constante (posição </a:t>
            </a:r>
            <a:r>
              <a:rPr lang="pt-BR" i="1" dirty="0" err="1">
                <a:solidFill>
                  <a:schemeClr val="tx1"/>
                </a:solidFill>
              </a:rPr>
              <a:t>vs</a:t>
            </a:r>
            <a:r>
              <a:rPr lang="pt-BR" dirty="0">
                <a:solidFill>
                  <a:schemeClr val="tx1"/>
                </a:solidFill>
              </a:rPr>
              <a:t> tempo)?</a:t>
            </a:r>
            <a:endParaRPr lang="pt-BR" b="0" dirty="0">
              <a:solidFill>
                <a:schemeClr val="tx1"/>
              </a:solidFill>
            </a:endParaRPr>
          </a:p>
        </p:txBody>
      </p:sp>
      <p:graphicFrame>
        <p:nvGraphicFramePr>
          <p:cNvPr id="5" name="Gráfico 4"/>
          <p:cNvGraphicFramePr/>
          <p:nvPr>
            <p:extLst>
              <p:ext uri="{D42A27DB-BD31-4B8C-83A1-F6EECF244321}">
                <p14:modId xmlns:p14="http://schemas.microsoft.com/office/powerpoint/2010/main" val="1815683214"/>
              </p:ext>
            </p:extLst>
          </p:nvPr>
        </p:nvGraphicFramePr>
        <p:xfrm>
          <a:off x="-171540" y="2329712"/>
          <a:ext cx="4484687" cy="34544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Object 11"/>
          <p:cNvGraphicFramePr>
            <a:graphicFrameLocks noChangeAspect="1"/>
          </p:cNvGraphicFramePr>
          <p:nvPr>
            <p:extLst>
              <p:ext uri="{D42A27DB-BD31-4B8C-83A1-F6EECF244321}">
                <p14:modId xmlns:p14="http://schemas.microsoft.com/office/powerpoint/2010/main" val="1353558464"/>
              </p:ext>
            </p:extLst>
          </p:nvPr>
        </p:nvGraphicFramePr>
        <p:xfrm>
          <a:off x="4703936" y="1885950"/>
          <a:ext cx="1616075" cy="398463"/>
        </p:xfrm>
        <a:graphic>
          <a:graphicData uri="http://schemas.openxmlformats.org/presentationml/2006/ole">
            <mc:AlternateContent xmlns:mc="http://schemas.openxmlformats.org/markup-compatibility/2006">
              <mc:Choice xmlns:v="urn:schemas-microsoft-com:vml" Requires="v">
                <p:oleObj name="Equação" r:id="rId3" imgW="825480" imgH="203040" progId="Equation.3">
                  <p:embed/>
                </p:oleObj>
              </mc:Choice>
              <mc:Fallback>
                <p:oleObj name="Equação" r:id="rId3" imgW="825480" imgH="203040" progId="Equation.3">
                  <p:embed/>
                  <p:pic>
                    <p:nvPicPr>
                      <p:cNvPr id="0" name=""/>
                      <p:cNvPicPr>
                        <a:picLocks noChangeAspect="1" noChangeArrowheads="1"/>
                      </p:cNvPicPr>
                      <p:nvPr/>
                    </p:nvPicPr>
                    <p:blipFill>
                      <a:blip r:embed="rId4"/>
                      <a:srcRect/>
                      <a:stretch>
                        <a:fillRect/>
                      </a:stretch>
                    </p:blipFill>
                    <p:spPr bwMode="auto">
                      <a:xfrm>
                        <a:off x="4703936" y="1885950"/>
                        <a:ext cx="1616075" cy="398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 name="CaixaDeTexto 6"/>
          <p:cNvSpPr txBox="1"/>
          <p:nvPr/>
        </p:nvSpPr>
        <p:spPr>
          <a:xfrm>
            <a:off x="6892982" y="1900516"/>
            <a:ext cx="2262351" cy="369332"/>
          </a:xfrm>
          <a:prstGeom prst="rect">
            <a:avLst/>
          </a:prstGeom>
          <a:noFill/>
        </p:spPr>
        <p:txBody>
          <a:bodyPr wrap="none" rtlCol="0">
            <a:spAutoFit/>
          </a:bodyPr>
          <a:lstStyle/>
          <a:p>
            <a:r>
              <a:rPr lang="pt-BR" dirty="0"/>
              <a:t>Equação geral da reta.</a:t>
            </a:r>
          </a:p>
        </p:txBody>
      </p:sp>
      <p:cxnSp>
        <p:nvCxnSpPr>
          <p:cNvPr id="9" name="Conector de seta reta 8"/>
          <p:cNvCxnSpPr/>
          <p:nvPr/>
        </p:nvCxnSpPr>
        <p:spPr>
          <a:xfrm flipH="1" flipV="1">
            <a:off x="6562782" y="2085181"/>
            <a:ext cx="304800" cy="1"/>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graphicFrame>
        <p:nvGraphicFramePr>
          <p:cNvPr id="10" name="Object 11"/>
          <p:cNvGraphicFramePr>
            <a:graphicFrameLocks noChangeAspect="1"/>
          </p:cNvGraphicFramePr>
          <p:nvPr>
            <p:extLst>
              <p:ext uri="{D42A27DB-BD31-4B8C-83A1-F6EECF244321}">
                <p14:modId xmlns:p14="http://schemas.microsoft.com/office/powerpoint/2010/main" val="902751810"/>
              </p:ext>
            </p:extLst>
          </p:nvPr>
        </p:nvGraphicFramePr>
        <p:xfrm>
          <a:off x="4765849" y="2698750"/>
          <a:ext cx="1492250" cy="398463"/>
        </p:xfrm>
        <a:graphic>
          <a:graphicData uri="http://schemas.openxmlformats.org/presentationml/2006/ole">
            <mc:AlternateContent xmlns:mc="http://schemas.openxmlformats.org/markup-compatibility/2006">
              <mc:Choice xmlns:v="urn:schemas-microsoft-com:vml" Requires="v">
                <p:oleObj name="Equação" r:id="rId5" imgW="761760" imgH="203040" progId="Equation.3">
                  <p:embed/>
                </p:oleObj>
              </mc:Choice>
              <mc:Fallback>
                <p:oleObj name="Equação" r:id="rId5" imgW="761760" imgH="203040" progId="Equation.3">
                  <p:embed/>
                  <p:pic>
                    <p:nvPicPr>
                      <p:cNvPr id="0" name=""/>
                      <p:cNvPicPr>
                        <a:picLocks noChangeAspect="1" noChangeArrowheads="1"/>
                      </p:cNvPicPr>
                      <p:nvPr/>
                    </p:nvPicPr>
                    <p:blipFill>
                      <a:blip r:embed="rId6"/>
                      <a:srcRect/>
                      <a:stretch>
                        <a:fillRect/>
                      </a:stretch>
                    </p:blipFill>
                    <p:spPr bwMode="auto">
                      <a:xfrm>
                        <a:off x="4765849" y="2698750"/>
                        <a:ext cx="1492250" cy="398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cxnSp>
        <p:nvCxnSpPr>
          <p:cNvPr id="12" name="Conector de seta reta 11"/>
          <p:cNvCxnSpPr/>
          <p:nvPr/>
        </p:nvCxnSpPr>
        <p:spPr>
          <a:xfrm>
            <a:off x="4846811" y="2284413"/>
            <a:ext cx="0" cy="414337"/>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3" name="Conector de seta reta 12"/>
          <p:cNvCxnSpPr/>
          <p:nvPr/>
        </p:nvCxnSpPr>
        <p:spPr>
          <a:xfrm>
            <a:off x="5786611" y="2284413"/>
            <a:ext cx="0" cy="414337"/>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4" name="CaixaDeTexto 13"/>
          <p:cNvSpPr txBox="1"/>
          <p:nvPr/>
        </p:nvSpPr>
        <p:spPr>
          <a:xfrm>
            <a:off x="6892982" y="2574815"/>
            <a:ext cx="1272784" cy="646331"/>
          </a:xfrm>
          <a:prstGeom prst="rect">
            <a:avLst/>
          </a:prstGeom>
          <a:noFill/>
        </p:spPr>
        <p:txBody>
          <a:bodyPr wrap="none" rtlCol="0">
            <a:spAutoFit/>
          </a:bodyPr>
          <a:lstStyle/>
          <a:p>
            <a:r>
              <a:rPr lang="pt-BR" dirty="0"/>
              <a:t>s = posição;</a:t>
            </a:r>
          </a:p>
          <a:p>
            <a:r>
              <a:rPr lang="pt-BR" dirty="0"/>
              <a:t>t = tempo.</a:t>
            </a:r>
          </a:p>
        </p:txBody>
      </p:sp>
      <p:cxnSp>
        <p:nvCxnSpPr>
          <p:cNvPr id="15" name="Conector de seta reta 14"/>
          <p:cNvCxnSpPr/>
          <p:nvPr/>
        </p:nvCxnSpPr>
        <p:spPr>
          <a:xfrm flipH="1">
            <a:off x="6562782" y="2897980"/>
            <a:ext cx="304800" cy="0"/>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graphicFrame>
        <p:nvGraphicFramePr>
          <p:cNvPr id="16" name="Object 11"/>
          <p:cNvGraphicFramePr>
            <a:graphicFrameLocks noChangeAspect="1"/>
          </p:cNvGraphicFramePr>
          <p:nvPr>
            <p:extLst>
              <p:ext uri="{D42A27DB-BD31-4B8C-83A1-F6EECF244321}">
                <p14:modId xmlns:p14="http://schemas.microsoft.com/office/powerpoint/2010/main" val="140144893"/>
              </p:ext>
            </p:extLst>
          </p:nvPr>
        </p:nvGraphicFramePr>
        <p:xfrm>
          <a:off x="4750502" y="3584710"/>
          <a:ext cx="2415993" cy="609327"/>
        </p:xfrm>
        <a:graphic>
          <a:graphicData uri="http://schemas.openxmlformats.org/presentationml/2006/ole">
            <mc:AlternateContent xmlns:mc="http://schemas.openxmlformats.org/markup-compatibility/2006">
              <mc:Choice xmlns:v="urn:schemas-microsoft-com:vml" Requires="v">
                <p:oleObj name="Equação" r:id="rId7" imgW="1562040" imgH="393480" progId="Equation.3">
                  <p:embed/>
                </p:oleObj>
              </mc:Choice>
              <mc:Fallback>
                <p:oleObj name="Equação" r:id="rId7" imgW="1562040" imgH="393480" progId="Equation.3">
                  <p:embed/>
                  <p:pic>
                    <p:nvPicPr>
                      <p:cNvPr id="0" name=""/>
                      <p:cNvPicPr>
                        <a:picLocks noChangeAspect="1" noChangeArrowheads="1"/>
                      </p:cNvPicPr>
                      <p:nvPr/>
                    </p:nvPicPr>
                    <p:blipFill>
                      <a:blip r:embed="rId8"/>
                      <a:srcRect/>
                      <a:stretch>
                        <a:fillRect/>
                      </a:stretch>
                    </p:blipFill>
                    <p:spPr bwMode="auto">
                      <a:xfrm>
                        <a:off x="4750502" y="3584710"/>
                        <a:ext cx="2415993" cy="609327"/>
                      </a:xfrm>
                      <a:prstGeom prst="rect">
                        <a:avLst/>
                      </a:prstGeom>
                      <a:noFill/>
                      <a:ln>
                        <a:noFill/>
                      </a:ln>
                      <a:effectLst/>
                    </p:spPr>
                  </p:pic>
                </p:oleObj>
              </mc:Fallback>
            </mc:AlternateContent>
          </a:graphicData>
        </a:graphic>
      </p:graphicFrame>
      <p:graphicFrame>
        <p:nvGraphicFramePr>
          <p:cNvPr id="27" name="Object 11"/>
          <p:cNvGraphicFramePr>
            <a:graphicFrameLocks noChangeAspect="1"/>
          </p:cNvGraphicFramePr>
          <p:nvPr>
            <p:extLst>
              <p:ext uri="{D42A27DB-BD31-4B8C-83A1-F6EECF244321}">
                <p14:modId xmlns:p14="http://schemas.microsoft.com/office/powerpoint/2010/main" val="1220830313"/>
              </p:ext>
            </p:extLst>
          </p:nvPr>
        </p:nvGraphicFramePr>
        <p:xfrm>
          <a:off x="4089400" y="2641655"/>
          <a:ext cx="398462" cy="347663"/>
        </p:xfrm>
        <a:graphic>
          <a:graphicData uri="http://schemas.openxmlformats.org/presentationml/2006/ole">
            <mc:AlternateContent xmlns:mc="http://schemas.openxmlformats.org/markup-compatibility/2006">
              <mc:Choice xmlns:v="urn:schemas-microsoft-com:vml" Requires="v">
                <p:oleObj name="Equação" r:id="rId9" imgW="203040" imgH="177480" progId="Equation.3">
                  <p:embed/>
                </p:oleObj>
              </mc:Choice>
              <mc:Fallback>
                <p:oleObj name="Equação" r:id="rId9" imgW="203040" imgH="177480" progId="Equation.3">
                  <p:embed/>
                  <p:pic>
                    <p:nvPicPr>
                      <p:cNvPr id="0" name=""/>
                      <p:cNvPicPr>
                        <a:picLocks noChangeAspect="1" noChangeArrowheads="1"/>
                      </p:cNvPicPr>
                      <p:nvPr/>
                    </p:nvPicPr>
                    <p:blipFill>
                      <a:blip r:embed="rId10"/>
                      <a:srcRect/>
                      <a:stretch>
                        <a:fillRect/>
                      </a:stretch>
                    </p:blipFill>
                    <p:spPr bwMode="auto">
                      <a:xfrm>
                        <a:off x="4089400" y="2641655"/>
                        <a:ext cx="398462" cy="347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 name="Object 11"/>
          <p:cNvGraphicFramePr>
            <a:graphicFrameLocks noChangeAspect="1"/>
          </p:cNvGraphicFramePr>
          <p:nvPr>
            <p:extLst>
              <p:ext uri="{D42A27DB-BD31-4B8C-83A1-F6EECF244321}">
                <p14:modId xmlns:p14="http://schemas.microsoft.com/office/powerpoint/2010/main" val="3418080802"/>
              </p:ext>
            </p:extLst>
          </p:nvPr>
        </p:nvGraphicFramePr>
        <p:xfrm>
          <a:off x="2581506" y="3920792"/>
          <a:ext cx="398462" cy="347663"/>
        </p:xfrm>
        <a:graphic>
          <a:graphicData uri="http://schemas.openxmlformats.org/presentationml/2006/ole">
            <mc:AlternateContent xmlns:mc="http://schemas.openxmlformats.org/markup-compatibility/2006">
              <mc:Choice xmlns:v="urn:schemas-microsoft-com:vml" Requires="v">
                <p:oleObj name="Equação" r:id="rId11" imgW="203040" imgH="177480" progId="Equation.3">
                  <p:embed/>
                </p:oleObj>
              </mc:Choice>
              <mc:Fallback>
                <p:oleObj name="Equação" r:id="rId11" imgW="203040" imgH="177480" progId="Equation.3">
                  <p:embed/>
                  <p:pic>
                    <p:nvPicPr>
                      <p:cNvPr id="0" name=""/>
                      <p:cNvPicPr>
                        <a:picLocks noChangeAspect="1" noChangeArrowheads="1"/>
                      </p:cNvPicPr>
                      <p:nvPr/>
                    </p:nvPicPr>
                    <p:blipFill>
                      <a:blip r:embed="rId12"/>
                      <a:srcRect/>
                      <a:stretch>
                        <a:fillRect/>
                      </a:stretch>
                    </p:blipFill>
                    <p:spPr bwMode="auto">
                      <a:xfrm>
                        <a:off x="2581506" y="3920792"/>
                        <a:ext cx="398462" cy="347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 name="Object 11"/>
          <p:cNvGraphicFramePr>
            <a:graphicFrameLocks noChangeAspect="1"/>
          </p:cNvGraphicFramePr>
          <p:nvPr>
            <p:extLst>
              <p:ext uri="{D42A27DB-BD31-4B8C-83A1-F6EECF244321}">
                <p14:modId xmlns:p14="http://schemas.microsoft.com/office/powerpoint/2010/main" val="2956370177"/>
              </p:ext>
            </p:extLst>
          </p:nvPr>
        </p:nvGraphicFramePr>
        <p:xfrm>
          <a:off x="3425825" y="3175850"/>
          <a:ext cx="373063" cy="347662"/>
        </p:xfrm>
        <a:graphic>
          <a:graphicData uri="http://schemas.openxmlformats.org/presentationml/2006/ole">
            <mc:AlternateContent xmlns:mc="http://schemas.openxmlformats.org/markup-compatibility/2006">
              <mc:Choice xmlns:v="urn:schemas-microsoft-com:vml" Requires="v">
                <p:oleObj name="Equação" r:id="rId13" imgW="190440" imgH="177480" progId="Equation.3">
                  <p:embed/>
                </p:oleObj>
              </mc:Choice>
              <mc:Fallback>
                <p:oleObj name="Equação" r:id="rId13" imgW="190440" imgH="177480" progId="Equation.3">
                  <p:embed/>
                  <p:pic>
                    <p:nvPicPr>
                      <p:cNvPr id="0" name=""/>
                      <p:cNvPicPr>
                        <a:picLocks noChangeAspect="1" noChangeArrowheads="1"/>
                      </p:cNvPicPr>
                      <p:nvPr/>
                    </p:nvPicPr>
                    <p:blipFill>
                      <a:blip r:embed="rId14"/>
                      <a:srcRect/>
                      <a:stretch>
                        <a:fillRect/>
                      </a:stretch>
                    </p:blipFill>
                    <p:spPr bwMode="auto">
                      <a:xfrm>
                        <a:off x="3425825" y="3175850"/>
                        <a:ext cx="373063" cy="347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 name="Object 11"/>
          <p:cNvGraphicFramePr>
            <a:graphicFrameLocks noChangeAspect="1"/>
          </p:cNvGraphicFramePr>
          <p:nvPr>
            <p:extLst>
              <p:ext uri="{D42A27DB-BD31-4B8C-83A1-F6EECF244321}">
                <p14:modId xmlns:p14="http://schemas.microsoft.com/office/powerpoint/2010/main" val="2547351163"/>
              </p:ext>
            </p:extLst>
          </p:nvPr>
        </p:nvGraphicFramePr>
        <p:xfrm>
          <a:off x="1640510" y="4582322"/>
          <a:ext cx="373063" cy="347662"/>
        </p:xfrm>
        <a:graphic>
          <a:graphicData uri="http://schemas.openxmlformats.org/presentationml/2006/ole">
            <mc:AlternateContent xmlns:mc="http://schemas.openxmlformats.org/markup-compatibility/2006">
              <mc:Choice xmlns:v="urn:schemas-microsoft-com:vml" Requires="v">
                <p:oleObj name="Equação" r:id="rId15" imgW="190440" imgH="177480" progId="Equation.3">
                  <p:embed/>
                </p:oleObj>
              </mc:Choice>
              <mc:Fallback>
                <p:oleObj name="Equação" r:id="rId15" imgW="190440" imgH="177480" progId="Equation.3">
                  <p:embed/>
                  <p:pic>
                    <p:nvPicPr>
                      <p:cNvPr id="0" name=""/>
                      <p:cNvPicPr>
                        <a:picLocks noChangeAspect="1" noChangeArrowheads="1"/>
                      </p:cNvPicPr>
                      <p:nvPr/>
                    </p:nvPicPr>
                    <p:blipFill>
                      <a:blip r:embed="rId16"/>
                      <a:srcRect/>
                      <a:stretch>
                        <a:fillRect/>
                      </a:stretch>
                    </p:blipFill>
                    <p:spPr bwMode="auto">
                      <a:xfrm>
                        <a:off x="1640510" y="4582322"/>
                        <a:ext cx="373063" cy="347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 name="CaixaDeTexto 30"/>
          <p:cNvSpPr txBox="1"/>
          <p:nvPr/>
        </p:nvSpPr>
        <p:spPr>
          <a:xfrm>
            <a:off x="7231125" y="3704507"/>
            <a:ext cx="1549911" cy="369332"/>
          </a:xfrm>
          <a:prstGeom prst="rect">
            <a:avLst/>
          </a:prstGeom>
          <a:noFill/>
        </p:spPr>
        <p:txBody>
          <a:bodyPr wrap="none" rtlCol="0">
            <a:spAutoFit/>
          </a:bodyPr>
          <a:lstStyle/>
          <a:p>
            <a:r>
              <a:rPr lang="pt-BR" b="1" dirty="0">
                <a:solidFill>
                  <a:srgbClr val="FF0000"/>
                </a:solidFill>
              </a:rPr>
              <a:t>a = velocidade</a:t>
            </a:r>
          </a:p>
        </p:txBody>
      </p:sp>
      <p:graphicFrame>
        <p:nvGraphicFramePr>
          <p:cNvPr id="32" name="Object 11"/>
          <p:cNvGraphicFramePr>
            <a:graphicFrameLocks noChangeAspect="1"/>
          </p:cNvGraphicFramePr>
          <p:nvPr>
            <p:extLst>
              <p:ext uri="{D42A27DB-BD31-4B8C-83A1-F6EECF244321}">
                <p14:modId xmlns:p14="http://schemas.microsoft.com/office/powerpoint/2010/main" val="4280202024"/>
              </p:ext>
            </p:extLst>
          </p:nvPr>
        </p:nvGraphicFramePr>
        <p:xfrm>
          <a:off x="4750502" y="4440237"/>
          <a:ext cx="1630363" cy="314325"/>
        </p:xfrm>
        <a:graphic>
          <a:graphicData uri="http://schemas.openxmlformats.org/presentationml/2006/ole">
            <mc:AlternateContent xmlns:mc="http://schemas.openxmlformats.org/markup-compatibility/2006">
              <mc:Choice xmlns:v="urn:schemas-microsoft-com:vml" Requires="v">
                <p:oleObj name="Equação" r:id="rId17" imgW="1054080" imgH="203040" progId="Equation.3">
                  <p:embed/>
                </p:oleObj>
              </mc:Choice>
              <mc:Fallback>
                <p:oleObj name="Equação" r:id="rId17" imgW="1054080" imgH="203040" progId="Equation.3">
                  <p:embed/>
                  <p:pic>
                    <p:nvPicPr>
                      <p:cNvPr id="0" name=""/>
                      <p:cNvPicPr>
                        <a:picLocks noChangeAspect="1" noChangeArrowheads="1"/>
                      </p:cNvPicPr>
                      <p:nvPr/>
                    </p:nvPicPr>
                    <p:blipFill>
                      <a:blip r:embed="rId18"/>
                      <a:srcRect/>
                      <a:stretch>
                        <a:fillRect/>
                      </a:stretch>
                    </p:blipFill>
                    <p:spPr bwMode="auto">
                      <a:xfrm>
                        <a:off x="4750502" y="4440237"/>
                        <a:ext cx="1630363" cy="314325"/>
                      </a:xfrm>
                      <a:prstGeom prst="rect">
                        <a:avLst/>
                      </a:prstGeom>
                      <a:noFill/>
                      <a:ln>
                        <a:noFill/>
                      </a:ln>
                      <a:effectLst/>
                    </p:spPr>
                  </p:pic>
                </p:oleObj>
              </mc:Fallback>
            </mc:AlternateContent>
          </a:graphicData>
        </a:graphic>
      </p:graphicFrame>
      <p:sp>
        <p:nvSpPr>
          <p:cNvPr id="33" name="CaixaDeTexto 32"/>
          <p:cNvSpPr txBox="1"/>
          <p:nvPr/>
        </p:nvSpPr>
        <p:spPr>
          <a:xfrm>
            <a:off x="707273" y="6041765"/>
            <a:ext cx="1866473" cy="369332"/>
          </a:xfrm>
          <a:prstGeom prst="rect">
            <a:avLst/>
          </a:prstGeom>
          <a:noFill/>
        </p:spPr>
        <p:txBody>
          <a:bodyPr wrap="none" rtlCol="0">
            <a:spAutoFit/>
          </a:bodyPr>
          <a:lstStyle/>
          <a:p>
            <a:r>
              <a:rPr lang="pt-BR" b="1" dirty="0">
                <a:solidFill>
                  <a:srgbClr val="FF0000"/>
                </a:solidFill>
              </a:rPr>
              <a:t>b = posição inicial</a:t>
            </a:r>
          </a:p>
        </p:txBody>
      </p:sp>
      <p:sp>
        <p:nvSpPr>
          <p:cNvPr id="34" name="CaixaDeTexto 33"/>
          <p:cNvSpPr txBox="1"/>
          <p:nvPr/>
        </p:nvSpPr>
        <p:spPr>
          <a:xfrm>
            <a:off x="7246941" y="4372935"/>
            <a:ext cx="1866473" cy="369332"/>
          </a:xfrm>
          <a:prstGeom prst="rect">
            <a:avLst/>
          </a:prstGeom>
          <a:noFill/>
        </p:spPr>
        <p:txBody>
          <a:bodyPr wrap="none" rtlCol="0">
            <a:spAutoFit/>
          </a:bodyPr>
          <a:lstStyle/>
          <a:p>
            <a:r>
              <a:rPr lang="pt-BR" b="1" dirty="0">
                <a:solidFill>
                  <a:srgbClr val="FF0000"/>
                </a:solidFill>
              </a:rPr>
              <a:t>b = posição inicial</a:t>
            </a:r>
          </a:p>
        </p:txBody>
      </p:sp>
      <p:cxnSp>
        <p:nvCxnSpPr>
          <p:cNvPr id="38" name="Conector de seta reta 37"/>
          <p:cNvCxnSpPr/>
          <p:nvPr/>
        </p:nvCxnSpPr>
        <p:spPr>
          <a:xfrm flipH="1" flipV="1">
            <a:off x="595423" y="5008471"/>
            <a:ext cx="1045087" cy="1022661"/>
          </a:xfrm>
          <a:prstGeom prst="straightConnector1">
            <a:avLst/>
          </a:prstGeom>
          <a:ln>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graphicFrame>
        <p:nvGraphicFramePr>
          <p:cNvPr id="39" name="Object 11"/>
          <p:cNvGraphicFramePr>
            <a:graphicFrameLocks noChangeAspect="1"/>
          </p:cNvGraphicFramePr>
          <p:nvPr>
            <p:extLst>
              <p:ext uri="{D42A27DB-BD31-4B8C-83A1-F6EECF244321}">
                <p14:modId xmlns:p14="http://schemas.microsoft.com/office/powerpoint/2010/main" val="2108575039"/>
              </p:ext>
            </p:extLst>
          </p:nvPr>
        </p:nvGraphicFramePr>
        <p:xfrm>
          <a:off x="6972862" y="5534522"/>
          <a:ext cx="1466850" cy="398463"/>
        </p:xfrm>
        <a:graphic>
          <a:graphicData uri="http://schemas.openxmlformats.org/presentationml/2006/ole">
            <mc:AlternateContent xmlns:mc="http://schemas.openxmlformats.org/markup-compatibility/2006">
              <mc:Choice xmlns:v="urn:schemas-microsoft-com:vml" Requires="v">
                <p:oleObj name="Equação" r:id="rId19" imgW="749160" imgH="203040" progId="Equation.3">
                  <p:embed/>
                </p:oleObj>
              </mc:Choice>
              <mc:Fallback>
                <p:oleObj name="Equação" r:id="rId19" imgW="749160" imgH="203040" progId="Equation.3">
                  <p:embed/>
                  <p:pic>
                    <p:nvPicPr>
                      <p:cNvPr id="0" name=""/>
                      <p:cNvPicPr>
                        <a:picLocks noChangeAspect="1" noChangeArrowheads="1"/>
                      </p:cNvPicPr>
                      <p:nvPr/>
                    </p:nvPicPr>
                    <p:blipFill>
                      <a:blip r:embed="rId20"/>
                      <a:srcRect/>
                      <a:stretch>
                        <a:fillRect/>
                      </a:stretch>
                    </p:blipFill>
                    <p:spPr bwMode="auto">
                      <a:xfrm>
                        <a:off x="6972862" y="5534522"/>
                        <a:ext cx="1466850" cy="398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0" name="CaixaDeTexto 39"/>
          <p:cNvSpPr txBox="1"/>
          <p:nvPr/>
        </p:nvSpPr>
        <p:spPr>
          <a:xfrm>
            <a:off x="4313147" y="5183947"/>
            <a:ext cx="2282676" cy="1200329"/>
          </a:xfrm>
          <a:prstGeom prst="rect">
            <a:avLst/>
          </a:prstGeom>
          <a:noFill/>
        </p:spPr>
        <p:txBody>
          <a:bodyPr wrap="none" rtlCol="0">
            <a:spAutoFit/>
          </a:bodyPr>
          <a:lstStyle/>
          <a:p>
            <a:r>
              <a:rPr lang="pt-BR" b="1" dirty="0"/>
              <a:t>Equação geral</a:t>
            </a:r>
          </a:p>
          <a:p>
            <a:r>
              <a:rPr lang="pt-BR" b="1" dirty="0"/>
              <a:t>ou </a:t>
            </a:r>
            <a:r>
              <a:rPr lang="pt-BR" b="1" dirty="0">
                <a:solidFill>
                  <a:srgbClr val="FF0000"/>
                </a:solidFill>
              </a:rPr>
              <a:t>Equação do</a:t>
            </a:r>
          </a:p>
          <a:p>
            <a:r>
              <a:rPr lang="pt-BR" b="1" dirty="0">
                <a:solidFill>
                  <a:srgbClr val="FF0000"/>
                </a:solidFill>
              </a:rPr>
              <a:t>Movimento </a:t>
            </a:r>
            <a:r>
              <a:rPr lang="pt-BR" b="1" dirty="0"/>
              <a:t>para</a:t>
            </a:r>
          </a:p>
          <a:p>
            <a:r>
              <a:rPr lang="pt-BR" b="1" dirty="0"/>
              <a:t>velocidade constante.</a:t>
            </a:r>
          </a:p>
        </p:txBody>
      </p:sp>
      <p:cxnSp>
        <p:nvCxnSpPr>
          <p:cNvPr id="42" name="Conector de seta reta 41"/>
          <p:cNvCxnSpPr/>
          <p:nvPr/>
        </p:nvCxnSpPr>
        <p:spPr>
          <a:xfrm>
            <a:off x="6258099" y="5733753"/>
            <a:ext cx="609483" cy="0"/>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4" name="Conector de seta reta 43"/>
          <p:cNvCxnSpPr/>
          <p:nvPr/>
        </p:nvCxnSpPr>
        <p:spPr>
          <a:xfrm>
            <a:off x="4089400" y="2524015"/>
            <a:ext cx="0" cy="709669"/>
          </a:xfrm>
          <a:prstGeom prst="straightConnector1">
            <a:avLst/>
          </a:prstGeom>
          <a:ln>
            <a:solidFill>
              <a:schemeClr val="tx1"/>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48" name="Conector de seta reta 47"/>
          <p:cNvCxnSpPr/>
          <p:nvPr/>
        </p:nvCxnSpPr>
        <p:spPr>
          <a:xfrm>
            <a:off x="3104707" y="3208284"/>
            <a:ext cx="984693" cy="0"/>
          </a:xfrm>
          <a:prstGeom prst="straightConnector1">
            <a:avLst/>
          </a:prstGeom>
          <a:ln>
            <a:solidFill>
              <a:schemeClr val="tx1"/>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50" name="Conector de seta reta 49"/>
          <p:cNvCxnSpPr/>
          <p:nvPr/>
        </p:nvCxnSpPr>
        <p:spPr>
          <a:xfrm>
            <a:off x="2581506" y="3555946"/>
            <a:ext cx="0" cy="1073887"/>
          </a:xfrm>
          <a:prstGeom prst="straightConnector1">
            <a:avLst/>
          </a:prstGeom>
          <a:ln>
            <a:solidFill>
              <a:schemeClr val="tx1"/>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3" name="Conector de seta reta 2"/>
          <p:cNvCxnSpPr/>
          <p:nvPr/>
        </p:nvCxnSpPr>
        <p:spPr>
          <a:xfrm flipH="1">
            <a:off x="1054100" y="4629833"/>
            <a:ext cx="1527406" cy="0"/>
          </a:xfrm>
          <a:prstGeom prst="straightConnector1">
            <a:avLst/>
          </a:prstGeom>
          <a:ln>
            <a:solidFill>
              <a:schemeClr val="tx1"/>
            </a:solidFill>
            <a:headEnd type="triangle"/>
            <a:tailEnd type="triangle"/>
          </a:ln>
          <a:effectLst/>
        </p:spPr>
        <p:style>
          <a:lnRef idx="2">
            <a:schemeClr val="accent1"/>
          </a:lnRef>
          <a:fillRef idx="0">
            <a:schemeClr val="accent1"/>
          </a:fillRef>
          <a:effectRef idx="1">
            <a:schemeClr val="accent1"/>
          </a:effectRef>
          <a:fontRef idx="minor">
            <a:schemeClr val="tx1"/>
          </a:fontRef>
        </p:style>
      </p:cxnSp>
      <p:graphicFrame>
        <p:nvGraphicFramePr>
          <p:cNvPr id="35" name="Object 11"/>
          <p:cNvGraphicFramePr>
            <a:graphicFrameLocks noChangeAspect="1"/>
          </p:cNvGraphicFramePr>
          <p:nvPr>
            <p:extLst>
              <p:ext uri="{D42A27DB-BD31-4B8C-83A1-F6EECF244321}">
                <p14:modId xmlns:p14="http://schemas.microsoft.com/office/powerpoint/2010/main" val="402003002"/>
              </p:ext>
            </p:extLst>
          </p:nvPr>
        </p:nvGraphicFramePr>
        <p:xfrm>
          <a:off x="6973888" y="4913313"/>
          <a:ext cx="1541462" cy="447675"/>
        </p:xfrm>
        <a:graphic>
          <a:graphicData uri="http://schemas.openxmlformats.org/presentationml/2006/ole">
            <mc:AlternateContent xmlns:mc="http://schemas.openxmlformats.org/markup-compatibility/2006">
              <mc:Choice xmlns:v="urn:schemas-microsoft-com:vml" Requires="v">
                <p:oleObj name="Equação" r:id="rId21" imgW="787320" imgH="228600" progId="Equation.3">
                  <p:embed/>
                </p:oleObj>
              </mc:Choice>
              <mc:Fallback>
                <p:oleObj name="Equação" r:id="rId21" imgW="787320" imgH="228600" progId="Equation.3">
                  <p:embed/>
                  <p:pic>
                    <p:nvPicPr>
                      <p:cNvPr id="0" name=""/>
                      <p:cNvPicPr>
                        <a:picLocks noChangeAspect="1" noChangeArrowheads="1"/>
                      </p:cNvPicPr>
                      <p:nvPr/>
                    </p:nvPicPr>
                    <p:blipFill>
                      <a:blip r:embed="rId22"/>
                      <a:srcRect/>
                      <a:stretch>
                        <a:fillRect/>
                      </a:stretch>
                    </p:blipFill>
                    <p:spPr bwMode="auto">
                      <a:xfrm>
                        <a:off x="6973888" y="4913313"/>
                        <a:ext cx="1541462" cy="447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109696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1"/>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4"/>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0"/>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2"/>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31" grpId="0"/>
      <p:bldP spid="33" grpId="0"/>
      <p:bldP spid="34" grpId="0"/>
      <p:bldP spid="4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ChangeArrowheads="1"/>
          </p:cNvSpPr>
          <p:nvPr/>
        </p:nvSpPr>
        <p:spPr bwMode="auto">
          <a:xfrm>
            <a:off x="0" y="231229"/>
            <a:ext cx="9143999" cy="1379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bIns="0">
            <a:spAutoFit/>
          </a:bodyPr>
          <a:lstStyle>
            <a:lvl1pPr>
              <a:defRPr b="1">
                <a:solidFill>
                  <a:schemeClr val="bg2"/>
                </a:solidFill>
                <a:latin typeface="Arial" panose="020B0604020202020204" pitchFamily="34" charset="0"/>
              </a:defRPr>
            </a:lvl1pPr>
            <a:lvl2pPr marL="742950" indent="-285750">
              <a:defRPr b="1">
                <a:solidFill>
                  <a:schemeClr val="bg2"/>
                </a:solidFill>
                <a:latin typeface="Arial" panose="020B0604020202020204" pitchFamily="34" charset="0"/>
              </a:defRPr>
            </a:lvl2pPr>
            <a:lvl3pPr marL="1143000" indent="-228600">
              <a:defRPr b="1">
                <a:solidFill>
                  <a:schemeClr val="bg2"/>
                </a:solidFill>
                <a:latin typeface="Arial" panose="020B0604020202020204" pitchFamily="34" charset="0"/>
              </a:defRPr>
            </a:lvl3pPr>
            <a:lvl4pPr marL="1600200" indent="-228600">
              <a:defRPr b="1">
                <a:solidFill>
                  <a:schemeClr val="bg2"/>
                </a:solidFill>
                <a:latin typeface="Arial" panose="020B0604020202020204" pitchFamily="34" charset="0"/>
              </a:defRPr>
            </a:lvl4pPr>
            <a:lvl5pPr marL="2057400" indent="-228600">
              <a:defRPr b="1">
                <a:solidFill>
                  <a:schemeClr val="bg2"/>
                </a:solidFill>
                <a:latin typeface="Arial" panose="020B0604020202020204" pitchFamily="34" charset="0"/>
              </a:defRPr>
            </a:lvl5pPr>
            <a:lvl6pPr marL="2514600" indent="-228600" eaLnBrk="0" fontAlgn="base" hangingPunct="0">
              <a:spcBef>
                <a:spcPct val="0"/>
              </a:spcBef>
              <a:spcAft>
                <a:spcPct val="0"/>
              </a:spcAft>
              <a:defRPr b="1">
                <a:solidFill>
                  <a:schemeClr val="bg2"/>
                </a:solidFill>
                <a:latin typeface="Arial" panose="020B0604020202020204" pitchFamily="34" charset="0"/>
              </a:defRPr>
            </a:lvl6pPr>
            <a:lvl7pPr marL="2971800" indent="-228600" eaLnBrk="0" fontAlgn="base" hangingPunct="0">
              <a:spcBef>
                <a:spcPct val="0"/>
              </a:spcBef>
              <a:spcAft>
                <a:spcPct val="0"/>
              </a:spcAft>
              <a:defRPr b="1">
                <a:solidFill>
                  <a:schemeClr val="bg2"/>
                </a:solidFill>
                <a:latin typeface="Arial" panose="020B0604020202020204" pitchFamily="34" charset="0"/>
              </a:defRPr>
            </a:lvl7pPr>
            <a:lvl8pPr marL="3429000" indent="-228600" eaLnBrk="0" fontAlgn="base" hangingPunct="0">
              <a:spcBef>
                <a:spcPct val="0"/>
              </a:spcBef>
              <a:spcAft>
                <a:spcPct val="0"/>
              </a:spcAft>
              <a:defRPr b="1">
                <a:solidFill>
                  <a:schemeClr val="bg2"/>
                </a:solidFill>
                <a:latin typeface="Arial" panose="020B0604020202020204" pitchFamily="34" charset="0"/>
              </a:defRPr>
            </a:lvl8pPr>
            <a:lvl9pPr marL="3886200" indent="-228600" eaLnBrk="0" fontAlgn="base" hangingPunct="0">
              <a:spcBef>
                <a:spcPct val="0"/>
              </a:spcBef>
              <a:spcAft>
                <a:spcPct val="0"/>
              </a:spcAft>
              <a:defRPr b="1">
                <a:solidFill>
                  <a:schemeClr val="bg2"/>
                </a:solidFill>
                <a:latin typeface="Arial" panose="020B0604020202020204" pitchFamily="34" charset="0"/>
              </a:defRPr>
            </a:lvl9pPr>
          </a:lstStyle>
          <a:p>
            <a:pPr algn="just" eaLnBrk="1" hangingPunct="1">
              <a:lnSpc>
                <a:spcPct val="150000"/>
              </a:lnSpc>
            </a:pPr>
            <a:r>
              <a:rPr lang="pt-BR" dirty="0">
                <a:solidFill>
                  <a:srgbClr val="FF0000"/>
                </a:solidFill>
              </a:rPr>
              <a:t>	Exercícios:</a:t>
            </a:r>
            <a:endParaRPr lang="pt-BR" dirty="0">
              <a:solidFill>
                <a:schemeClr val="tx1"/>
              </a:solidFill>
            </a:endParaRPr>
          </a:p>
          <a:p>
            <a:pPr algn="just" eaLnBrk="1" hangingPunct="1">
              <a:lnSpc>
                <a:spcPct val="150000"/>
              </a:lnSpc>
            </a:pPr>
            <a:endParaRPr lang="pt-BR" sz="600" dirty="0">
              <a:solidFill>
                <a:schemeClr val="tx1"/>
              </a:solidFill>
            </a:endParaRPr>
          </a:p>
          <a:p>
            <a:pPr algn="just">
              <a:lnSpc>
                <a:spcPct val="150000"/>
              </a:lnSpc>
            </a:pPr>
            <a:r>
              <a:rPr lang="pt-BR" dirty="0">
                <a:solidFill>
                  <a:schemeClr val="tx1"/>
                </a:solidFill>
              </a:rPr>
              <a:t>	03)</a:t>
            </a:r>
            <a:r>
              <a:rPr lang="pt-BR" b="0" dirty="0">
                <a:solidFill>
                  <a:schemeClr val="tx1"/>
                </a:solidFill>
              </a:rPr>
              <a:t>	Os gráficos a seguir nos dão a posição ao longo do tempo para um objeto qualquer. Encontre para cada um deles a equação do movimento.</a:t>
            </a:r>
          </a:p>
        </p:txBody>
      </p:sp>
      <p:graphicFrame>
        <p:nvGraphicFramePr>
          <p:cNvPr id="5" name="Gráfico 4"/>
          <p:cNvGraphicFramePr/>
          <p:nvPr>
            <p:extLst>
              <p:ext uri="{D42A27DB-BD31-4B8C-83A1-F6EECF244321}">
                <p14:modId xmlns:p14="http://schemas.microsoft.com/office/powerpoint/2010/main" val="3319881149"/>
              </p:ext>
            </p:extLst>
          </p:nvPr>
        </p:nvGraphicFramePr>
        <p:xfrm>
          <a:off x="34925" y="2329712"/>
          <a:ext cx="4484687" cy="34544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1797385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ChangeArrowheads="1"/>
          </p:cNvSpPr>
          <p:nvPr/>
        </p:nvSpPr>
        <p:spPr bwMode="auto">
          <a:xfrm>
            <a:off x="34925" y="587375"/>
            <a:ext cx="8964613"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bIns="0">
            <a:spAutoFit/>
          </a:bodyPr>
          <a:lstStyle>
            <a:lvl1pPr>
              <a:defRPr b="1">
                <a:solidFill>
                  <a:schemeClr val="bg2"/>
                </a:solidFill>
                <a:latin typeface="Arial" panose="020B0604020202020204" pitchFamily="34" charset="0"/>
              </a:defRPr>
            </a:lvl1pPr>
            <a:lvl2pPr marL="742950" indent="-285750">
              <a:defRPr b="1">
                <a:solidFill>
                  <a:schemeClr val="bg2"/>
                </a:solidFill>
                <a:latin typeface="Arial" panose="020B0604020202020204" pitchFamily="34" charset="0"/>
              </a:defRPr>
            </a:lvl2pPr>
            <a:lvl3pPr marL="1143000" indent="-228600">
              <a:defRPr b="1">
                <a:solidFill>
                  <a:schemeClr val="bg2"/>
                </a:solidFill>
                <a:latin typeface="Arial" panose="020B0604020202020204" pitchFamily="34" charset="0"/>
              </a:defRPr>
            </a:lvl3pPr>
            <a:lvl4pPr marL="1600200" indent="-228600">
              <a:defRPr b="1">
                <a:solidFill>
                  <a:schemeClr val="bg2"/>
                </a:solidFill>
                <a:latin typeface="Arial" panose="020B0604020202020204" pitchFamily="34" charset="0"/>
              </a:defRPr>
            </a:lvl4pPr>
            <a:lvl5pPr marL="2057400" indent="-228600">
              <a:defRPr b="1">
                <a:solidFill>
                  <a:schemeClr val="bg2"/>
                </a:solidFill>
                <a:latin typeface="Arial" panose="020B0604020202020204" pitchFamily="34" charset="0"/>
              </a:defRPr>
            </a:lvl5pPr>
            <a:lvl6pPr marL="2514600" indent="-228600" eaLnBrk="0" fontAlgn="base" hangingPunct="0">
              <a:spcBef>
                <a:spcPct val="0"/>
              </a:spcBef>
              <a:spcAft>
                <a:spcPct val="0"/>
              </a:spcAft>
              <a:defRPr b="1">
                <a:solidFill>
                  <a:schemeClr val="bg2"/>
                </a:solidFill>
                <a:latin typeface="Arial" panose="020B0604020202020204" pitchFamily="34" charset="0"/>
              </a:defRPr>
            </a:lvl6pPr>
            <a:lvl7pPr marL="2971800" indent="-228600" eaLnBrk="0" fontAlgn="base" hangingPunct="0">
              <a:spcBef>
                <a:spcPct val="0"/>
              </a:spcBef>
              <a:spcAft>
                <a:spcPct val="0"/>
              </a:spcAft>
              <a:defRPr b="1">
                <a:solidFill>
                  <a:schemeClr val="bg2"/>
                </a:solidFill>
                <a:latin typeface="Arial" panose="020B0604020202020204" pitchFamily="34" charset="0"/>
              </a:defRPr>
            </a:lvl7pPr>
            <a:lvl8pPr marL="3429000" indent="-228600" eaLnBrk="0" fontAlgn="base" hangingPunct="0">
              <a:spcBef>
                <a:spcPct val="0"/>
              </a:spcBef>
              <a:spcAft>
                <a:spcPct val="0"/>
              </a:spcAft>
              <a:defRPr b="1">
                <a:solidFill>
                  <a:schemeClr val="bg2"/>
                </a:solidFill>
                <a:latin typeface="Arial" panose="020B0604020202020204" pitchFamily="34" charset="0"/>
              </a:defRPr>
            </a:lvl8pPr>
            <a:lvl9pPr marL="3886200" indent="-228600" eaLnBrk="0" fontAlgn="base" hangingPunct="0">
              <a:spcBef>
                <a:spcPct val="0"/>
              </a:spcBef>
              <a:spcAft>
                <a:spcPct val="0"/>
              </a:spcAft>
              <a:defRPr b="1">
                <a:solidFill>
                  <a:schemeClr val="bg2"/>
                </a:solidFill>
                <a:latin typeface="Arial" panose="020B0604020202020204" pitchFamily="34" charset="0"/>
              </a:defRPr>
            </a:lvl9pPr>
          </a:lstStyle>
          <a:p>
            <a:pPr algn="just" eaLnBrk="1" hangingPunct="1">
              <a:lnSpc>
                <a:spcPct val="150000"/>
              </a:lnSpc>
            </a:pPr>
            <a:r>
              <a:rPr lang="pt-BR" sz="2800" dirty="0">
                <a:solidFill>
                  <a:srgbClr val="FF0000"/>
                </a:solidFill>
              </a:rPr>
              <a:t>	</a:t>
            </a:r>
            <a:r>
              <a:rPr lang="pt-BR" dirty="0">
                <a:solidFill>
                  <a:srgbClr val="FF0000"/>
                </a:solidFill>
              </a:rPr>
              <a:t>Exercícios:</a:t>
            </a:r>
            <a:endParaRPr lang="pt-BR" dirty="0">
              <a:solidFill>
                <a:schemeClr val="tx1"/>
              </a:solidFill>
            </a:endParaRPr>
          </a:p>
          <a:p>
            <a:pPr algn="just" eaLnBrk="1" hangingPunct="1">
              <a:lnSpc>
                <a:spcPct val="150000"/>
              </a:lnSpc>
            </a:pPr>
            <a:endParaRPr lang="pt-BR" sz="1000" dirty="0">
              <a:solidFill>
                <a:schemeClr val="tx1"/>
              </a:solidFill>
            </a:endParaRPr>
          </a:p>
          <a:p>
            <a:pPr algn="just">
              <a:lnSpc>
                <a:spcPct val="150000"/>
              </a:lnSpc>
            </a:pPr>
            <a:r>
              <a:rPr lang="pt-BR" dirty="0">
                <a:solidFill>
                  <a:schemeClr val="tx1"/>
                </a:solidFill>
              </a:rPr>
              <a:t>03)</a:t>
            </a:r>
            <a:r>
              <a:rPr lang="pt-BR" b="0" dirty="0">
                <a:solidFill>
                  <a:schemeClr val="tx1"/>
                </a:solidFill>
              </a:rPr>
              <a:t>	Os gráficos a seguir nos dão a posição ao longo do tempo para um objeto qualquer. Encontre para cada um deles a equação do movimento.</a:t>
            </a:r>
          </a:p>
        </p:txBody>
      </p:sp>
      <p:graphicFrame>
        <p:nvGraphicFramePr>
          <p:cNvPr id="5" name="Gráfico 4"/>
          <p:cNvGraphicFramePr/>
          <p:nvPr/>
        </p:nvGraphicFramePr>
        <p:xfrm>
          <a:off x="34925" y="2329712"/>
          <a:ext cx="4484687" cy="34544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Object 12"/>
          <p:cNvGraphicFramePr>
            <a:graphicFrameLocks noChangeAspect="1"/>
          </p:cNvGraphicFramePr>
          <p:nvPr/>
        </p:nvGraphicFramePr>
        <p:xfrm>
          <a:off x="2373496" y="149113"/>
          <a:ext cx="2146116" cy="629729"/>
        </p:xfrm>
        <a:graphic>
          <a:graphicData uri="http://schemas.openxmlformats.org/presentationml/2006/ole">
            <mc:AlternateContent xmlns:mc="http://schemas.openxmlformats.org/markup-compatibility/2006">
              <mc:Choice xmlns:v="urn:schemas-microsoft-com:vml" Requires="v">
                <p:oleObj name="Equação" r:id="rId3" imgW="787320" imgH="228600" progId="Equation.3">
                  <p:embed/>
                </p:oleObj>
              </mc:Choice>
              <mc:Fallback>
                <p:oleObj name="Equação" r:id="rId3" imgW="787320" imgH="228600" progId="Equation.3">
                  <p:embed/>
                  <p:pic>
                    <p:nvPicPr>
                      <p:cNvPr id="6" name="Object 12"/>
                      <p:cNvPicPr>
                        <a:picLocks noChangeAspect="1" noChangeArrowheads="1"/>
                      </p:cNvPicPr>
                      <p:nvPr/>
                    </p:nvPicPr>
                    <p:blipFill>
                      <a:blip r:embed="rId4"/>
                      <a:srcRect/>
                      <a:stretch>
                        <a:fillRect/>
                      </a:stretch>
                    </p:blipFill>
                    <p:spPr bwMode="auto">
                      <a:xfrm>
                        <a:off x="2373496" y="149113"/>
                        <a:ext cx="2146116" cy="629729"/>
                      </a:xfrm>
                      <a:prstGeom prst="rect">
                        <a:avLst/>
                      </a:prstGeom>
                      <a:noFill/>
                      <a:ln>
                        <a:noFill/>
                      </a:ln>
                      <a:effectLst/>
                    </p:spPr>
                  </p:pic>
                </p:oleObj>
              </mc:Fallback>
            </mc:AlternateContent>
          </a:graphicData>
        </a:graphic>
      </p:graphicFrame>
      <p:graphicFrame>
        <p:nvGraphicFramePr>
          <p:cNvPr id="7" name="Object 12"/>
          <p:cNvGraphicFramePr>
            <a:graphicFrameLocks noChangeAspect="1"/>
          </p:cNvGraphicFramePr>
          <p:nvPr/>
        </p:nvGraphicFramePr>
        <p:xfrm>
          <a:off x="4848225" y="-73025"/>
          <a:ext cx="3394075" cy="1295400"/>
        </p:xfrm>
        <a:graphic>
          <a:graphicData uri="http://schemas.openxmlformats.org/presentationml/2006/ole">
            <mc:AlternateContent xmlns:mc="http://schemas.openxmlformats.org/markup-compatibility/2006">
              <mc:Choice xmlns:v="urn:schemas-microsoft-com:vml" Requires="v">
                <p:oleObj name="Equação" r:id="rId5" imgW="1244520" imgH="469800" progId="Equation.3">
                  <p:embed/>
                </p:oleObj>
              </mc:Choice>
              <mc:Fallback>
                <p:oleObj name="Equação" r:id="rId5" imgW="1244520" imgH="469800" progId="Equation.3">
                  <p:embed/>
                  <p:pic>
                    <p:nvPicPr>
                      <p:cNvPr id="7" name="Object 12"/>
                      <p:cNvPicPr>
                        <a:picLocks noChangeAspect="1" noChangeArrowheads="1"/>
                      </p:cNvPicPr>
                      <p:nvPr/>
                    </p:nvPicPr>
                    <p:blipFill>
                      <a:blip r:embed="rId6"/>
                      <a:srcRect/>
                      <a:stretch>
                        <a:fillRect/>
                      </a:stretch>
                    </p:blipFill>
                    <p:spPr bwMode="auto">
                      <a:xfrm>
                        <a:off x="4848225" y="-73025"/>
                        <a:ext cx="3394075" cy="1295400"/>
                      </a:xfrm>
                      <a:prstGeom prst="rect">
                        <a:avLst/>
                      </a:prstGeom>
                      <a:noFill/>
                      <a:ln>
                        <a:noFill/>
                      </a:ln>
                      <a:effectLst/>
                    </p:spPr>
                  </p:pic>
                </p:oleObj>
              </mc:Fallback>
            </mc:AlternateContent>
          </a:graphicData>
        </a:graphic>
      </p:graphicFrame>
      <p:graphicFrame>
        <p:nvGraphicFramePr>
          <p:cNvPr id="8" name="Object 12"/>
          <p:cNvGraphicFramePr>
            <a:graphicFrameLocks noChangeAspect="1"/>
          </p:cNvGraphicFramePr>
          <p:nvPr/>
        </p:nvGraphicFramePr>
        <p:xfrm>
          <a:off x="4672012" y="2822205"/>
          <a:ext cx="1484406" cy="435565"/>
        </p:xfrm>
        <a:graphic>
          <a:graphicData uri="http://schemas.openxmlformats.org/presentationml/2006/ole">
            <mc:AlternateContent xmlns:mc="http://schemas.openxmlformats.org/markup-compatibility/2006">
              <mc:Choice xmlns:v="urn:schemas-microsoft-com:vml" Requires="v">
                <p:oleObj name="Equação" r:id="rId3" imgW="787320" imgH="228600" progId="Equation.3">
                  <p:embed/>
                </p:oleObj>
              </mc:Choice>
              <mc:Fallback>
                <p:oleObj name="Equação" r:id="rId3" imgW="787320" imgH="228600" progId="Equation.3">
                  <p:embed/>
                  <p:pic>
                    <p:nvPicPr>
                      <p:cNvPr id="8" name="Object 12"/>
                      <p:cNvPicPr>
                        <a:picLocks noChangeAspect="1" noChangeArrowheads="1"/>
                      </p:cNvPicPr>
                      <p:nvPr/>
                    </p:nvPicPr>
                    <p:blipFill>
                      <a:blip r:embed="rId4"/>
                      <a:srcRect/>
                      <a:stretch>
                        <a:fillRect/>
                      </a:stretch>
                    </p:blipFill>
                    <p:spPr bwMode="auto">
                      <a:xfrm>
                        <a:off x="4672012" y="2822205"/>
                        <a:ext cx="1484406" cy="435565"/>
                      </a:xfrm>
                      <a:prstGeom prst="rect">
                        <a:avLst/>
                      </a:prstGeom>
                      <a:noFill/>
                      <a:ln>
                        <a:noFill/>
                      </a:ln>
                      <a:effectLst/>
                    </p:spPr>
                  </p:pic>
                </p:oleObj>
              </mc:Fallback>
            </mc:AlternateContent>
          </a:graphicData>
        </a:graphic>
      </p:graphicFrame>
      <p:sp>
        <p:nvSpPr>
          <p:cNvPr id="2" name="CaixaDeTexto 1"/>
          <p:cNvSpPr txBox="1"/>
          <p:nvPr/>
        </p:nvSpPr>
        <p:spPr>
          <a:xfrm>
            <a:off x="4630520" y="2368480"/>
            <a:ext cx="1243289" cy="369332"/>
          </a:xfrm>
          <a:prstGeom prst="rect">
            <a:avLst/>
          </a:prstGeom>
          <a:noFill/>
        </p:spPr>
        <p:txBody>
          <a:bodyPr wrap="none" rtlCol="0">
            <a:spAutoFit/>
          </a:bodyPr>
          <a:lstStyle/>
          <a:p>
            <a:r>
              <a:rPr lang="pt-BR" b="1" dirty="0">
                <a:solidFill>
                  <a:srgbClr val="FF0000"/>
                </a:solidFill>
              </a:rPr>
              <a:t>Queremos:</a:t>
            </a:r>
          </a:p>
        </p:txBody>
      </p:sp>
      <p:graphicFrame>
        <p:nvGraphicFramePr>
          <p:cNvPr id="9" name="Object 12"/>
          <p:cNvGraphicFramePr>
            <a:graphicFrameLocks noChangeAspect="1"/>
          </p:cNvGraphicFramePr>
          <p:nvPr/>
        </p:nvGraphicFramePr>
        <p:xfrm>
          <a:off x="4630520" y="3604334"/>
          <a:ext cx="1484406" cy="435565"/>
        </p:xfrm>
        <a:graphic>
          <a:graphicData uri="http://schemas.openxmlformats.org/presentationml/2006/ole">
            <mc:AlternateContent xmlns:mc="http://schemas.openxmlformats.org/markup-compatibility/2006">
              <mc:Choice xmlns:v="urn:schemas-microsoft-com:vml" Requires="v">
                <p:oleObj name="Equação" r:id="rId3" imgW="787320" imgH="228600" progId="Equation.3">
                  <p:embed/>
                </p:oleObj>
              </mc:Choice>
              <mc:Fallback>
                <p:oleObj name="Equação" r:id="rId3" imgW="787320" imgH="228600" progId="Equation.3">
                  <p:embed/>
                  <p:pic>
                    <p:nvPicPr>
                      <p:cNvPr id="9" name="Object 12"/>
                      <p:cNvPicPr>
                        <a:picLocks noChangeAspect="1" noChangeArrowheads="1"/>
                      </p:cNvPicPr>
                      <p:nvPr/>
                    </p:nvPicPr>
                    <p:blipFill>
                      <a:blip r:embed="rId4"/>
                      <a:srcRect/>
                      <a:stretch>
                        <a:fillRect/>
                      </a:stretch>
                    </p:blipFill>
                    <p:spPr bwMode="auto">
                      <a:xfrm>
                        <a:off x="4630520" y="3604334"/>
                        <a:ext cx="1484406" cy="435565"/>
                      </a:xfrm>
                      <a:prstGeom prst="rect">
                        <a:avLst/>
                      </a:prstGeom>
                      <a:noFill/>
                      <a:ln>
                        <a:noFill/>
                      </a:ln>
                      <a:effectLst/>
                    </p:spPr>
                  </p:pic>
                </p:oleObj>
              </mc:Fallback>
            </mc:AlternateContent>
          </a:graphicData>
        </a:graphic>
      </p:graphicFrame>
      <p:sp>
        <p:nvSpPr>
          <p:cNvPr id="3" name="Elipse 2"/>
          <p:cNvSpPr/>
          <p:nvPr/>
        </p:nvSpPr>
        <p:spPr>
          <a:xfrm>
            <a:off x="5814359" y="3636674"/>
            <a:ext cx="380601" cy="398706"/>
          </a:xfrm>
          <a:prstGeom prst="ellipse">
            <a:avLst/>
          </a:prstGeom>
          <a:noFill/>
          <a:ln w="2857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graphicFrame>
        <p:nvGraphicFramePr>
          <p:cNvPr id="10" name="Object 12"/>
          <p:cNvGraphicFramePr>
            <a:graphicFrameLocks noChangeAspect="1"/>
          </p:cNvGraphicFramePr>
          <p:nvPr/>
        </p:nvGraphicFramePr>
        <p:xfrm>
          <a:off x="2165533" y="5776482"/>
          <a:ext cx="415925" cy="628650"/>
        </p:xfrm>
        <a:graphic>
          <a:graphicData uri="http://schemas.openxmlformats.org/presentationml/2006/ole">
            <mc:AlternateContent xmlns:mc="http://schemas.openxmlformats.org/markup-compatibility/2006">
              <mc:Choice xmlns:v="urn:schemas-microsoft-com:vml" Requires="v">
                <p:oleObj name="Equação" r:id="rId7" imgW="152280" imgH="228600" progId="Equation.3">
                  <p:embed/>
                </p:oleObj>
              </mc:Choice>
              <mc:Fallback>
                <p:oleObj name="Equação" r:id="rId7" imgW="152280" imgH="228600" progId="Equation.3">
                  <p:embed/>
                  <p:pic>
                    <p:nvPicPr>
                      <p:cNvPr id="10" name="Object 12"/>
                      <p:cNvPicPr>
                        <a:picLocks noChangeAspect="1" noChangeArrowheads="1"/>
                      </p:cNvPicPr>
                      <p:nvPr/>
                    </p:nvPicPr>
                    <p:blipFill>
                      <a:blip r:embed="rId8"/>
                      <a:srcRect/>
                      <a:stretch>
                        <a:fillRect/>
                      </a:stretch>
                    </p:blipFill>
                    <p:spPr bwMode="auto">
                      <a:xfrm>
                        <a:off x="2165533" y="5776482"/>
                        <a:ext cx="415925" cy="628650"/>
                      </a:xfrm>
                      <a:prstGeom prst="rect">
                        <a:avLst/>
                      </a:prstGeom>
                      <a:noFill/>
                      <a:ln>
                        <a:noFill/>
                      </a:ln>
                      <a:effectLst/>
                    </p:spPr>
                  </p:pic>
                </p:oleObj>
              </mc:Fallback>
            </mc:AlternateContent>
          </a:graphicData>
        </a:graphic>
      </p:graphicFrame>
      <p:sp>
        <p:nvSpPr>
          <p:cNvPr id="11" name="CaixaDeTexto 10"/>
          <p:cNvSpPr txBox="1"/>
          <p:nvPr/>
        </p:nvSpPr>
        <p:spPr>
          <a:xfrm>
            <a:off x="501356" y="5913771"/>
            <a:ext cx="6767878" cy="369332"/>
          </a:xfrm>
          <a:prstGeom prst="rect">
            <a:avLst/>
          </a:prstGeom>
          <a:noFill/>
        </p:spPr>
        <p:txBody>
          <a:bodyPr wrap="none" rtlCol="0">
            <a:spAutoFit/>
          </a:bodyPr>
          <a:lstStyle/>
          <a:p>
            <a:r>
              <a:rPr lang="pt-BR" dirty="0"/>
              <a:t>1º: Conseguimos         no ponto onde o gráfico cruza o eixo da posição.</a:t>
            </a:r>
          </a:p>
        </p:txBody>
      </p:sp>
      <p:cxnSp>
        <p:nvCxnSpPr>
          <p:cNvPr id="12" name="Conector de Seta Reta 11"/>
          <p:cNvCxnSpPr/>
          <p:nvPr/>
        </p:nvCxnSpPr>
        <p:spPr>
          <a:xfrm flipH="1" flipV="1">
            <a:off x="821267" y="5080000"/>
            <a:ext cx="1040076" cy="704112"/>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graphicFrame>
        <p:nvGraphicFramePr>
          <p:cNvPr id="15" name="Object 12"/>
          <p:cNvGraphicFramePr>
            <a:graphicFrameLocks noChangeAspect="1"/>
          </p:cNvGraphicFramePr>
          <p:nvPr/>
        </p:nvGraphicFramePr>
        <p:xfrm>
          <a:off x="4630520" y="4421753"/>
          <a:ext cx="957480" cy="435917"/>
        </p:xfrm>
        <a:graphic>
          <a:graphicData uri="http://schemas.openxmlformats.org/presentationml/2006/ole">
            <mc:AlternateContent xmlns:mc="http://schemas.openxmlformats.org/markup-compatibility/2006">
              <mc:Choice xmlns:v="urn:schemas-microsoft-com:vml" Requires="v">
                <p:oleObj name="Equação" r:id="rId9" imgW="507960" imgH="228600" progId="Equation.3">
                  <p:embed/>
                </p:oleObj>
              </mc:Choice>
              <mc:Fallback>
                <p:oleObj name="Equação" r:id="rId9" imgW="507960" imgH="228600" progId="Equation.3">
                  <p:embed/>
                  <p:pic>
                    <p:nvPicPr>
                      <p:cNvPr id="15" name="Object 12"/>
                      <p:cNvPicPr>
                        <a:picLocks noChangeAspect="1" noChangeArrowheads="1"/>
                      </p:cNvPicPr>
                      <p:nvPr/>
                    </p:nvPicPr>
                    <p:blipFill>
                      <a:blip r:embed="rId10"/>
                      <a:srcRect/>
                      <a:stretch>
                        <a:fillRect/>
                      </a:stretch>
                    </p:blipFill>
                    <p:spPr bwMode="auto">
                      <a:xfrm>
                        <a:off x="4630520" y="4421753"/>
                        <a:ext cx="957480" cy="435917"/>
                      </a:xfrm>
                      <a:prstGeom prst="rect">
                        <a:avLst/>
                      </a:prstGeom>
                      <a:noFill/>
                      <a:ln>
                        <a:noFill/>
                      </a:ln>
                      <a:effectLst/>
                    </p:spPr>
                  </p:pic>
                </p:oleObj>
              </mc:Fallback>
            </mc:AlternateContent>
          </a:graphicData>
        </a:graphic>
      </p:graphicFrame>
      <p:sp>
        <p:nvSpPr>
          <p:cNvPr id="16" name="CaixaDeTexto 15"/>
          <p:cNvSpPr txBox="1"/>
          <p:nvPr/>
        </p:nvSpPr>
        <p:spPr>
          <a:xfrm>
            <a:off x="6545262" y="2442944"/>
            <a:ext cx="2741378" cy="923330"/>
          </a:xfrm>
          <a:prstGeom prst="rect">
            <a:avLst/>
          </a:prstGeom>
          <a:noFill/>
        </p:spPr>
        <p:txBody>
          <a:bodyPr wrap="square" rtlCol="0">
            <a:spAutoFit/>
          </a:bodyPr>
          <a:lstStyle/>
          <a:p>
            <a:r>
              <a:rPr lang="pt-BR" dirty="0"/>
              <a:t>2º: Para conseguirmos a velocidade escolhemos um ponto no gráfico:</a:t>
            </a:r>
          </a:p>
        </p:txBody>
      </p:sp>
      <p:cxnSp>
        <p:nvCxnSpPr>
          <p:cNvPr id="17" name="Conector de Seta Reta 16"/>
          <p:cNvCxnSpPr/>
          <p:nvPr/>
        </p:nvCxnSpPr>
        <p:spPr>
          <a:xfrm flipH="1" flipV="1">
            <a:off x="1503745" y="4553258"/>
            <a:ext cx="2250375" cy="1034742"/>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0" name="CaixaDeTexto 19"/>
          <p:cNvSpPr txBox="1"/>
          <p:nvPr/>
        </p:nvSpPr>
        <p:spPr>
          <a:xfrm>
            <a:off x="3772759" y="5402148"/>
            <a:ext cx="3355727" cy="369332"/>
          </a:xfrm>
          <a:prstGeom prst="rect">
            <a:avLst/>
          </a:prstGeom>
          <a:noFill/>
        </p:spPr>
        <p:txBody>
          <a:bodyPr wrap="none" rtlCol="0">
            <a:spAutoFit/>
          </a:bodyPr>
          <a:lstStyle/>
          <a:p>
            <a:r>
              <a:rPr lang="pt-BR" dirty="0"/>
              <a:t>Ponto escolhido: s(t) = 6m e t = 2s</a:t>
            </a:r>
          </a:p>
        </p:txBody>
      </p:sp>
      <p:cxnSp>
        <p:nvCxnSpPr>
          <p:cNvPr id="21" name="Conector de Seta Reta 20"/>
          <p:cNvCxnSpPr/>
          <p:nvPr/>
        </p:nvCxnSpPr>
        <p:spPr>
          <a:xfrm>
            <a:off x="6292511" y="3818705"/>
            <a:ext cx="505501" cy="3411"/>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graphicFrame>
        <p:nvGraphicFramePr>
          <p:cNvPr id="24" name="Object 12"/>
          <p:cNvGraphicFramePr>
            <a:graphicFrameLocks noChangeAspect="1"/>
          </p:cNvGraphicFramePr>
          <p:nvPr/>
        </p:nvGraphicFramePr>
        <p:xfrm>
          <a:off x="6895563" y="3604334"/>
          <a:ext cx="1412875" cy="823913"/>
        </p:xfrm>
        <a:graphic>
          <a:graphicData uri="http://schemas.openxmlformats.org/presentationml/2006/ole">
            <mc:AlternateContent xmlns:mc="http://schemas.openxmlformats.org/markup-compatibility/2006">
              <mc:Choice xmlns:v="urn:schemas-microsoft-com:vml" Requires="v">
                <p:oleObj name="Equação" r:id="rId11" imgW="749160" imgH="431640" progId="Equation.3">
                  <p:embed/>
                </p:oleObj>
              </mc:Choice>
              <mc:Fallback>
                <p:oleObj name="Equação" r:id="rId11" imgW="749160" imgH="431640" progId="Equation.3">
                  <p:embed/>
                  <p:pic>
                    <p:nvPicPr>
                      <p:cNvPr id="24" name="Object 12"/>
                      <p:cNvPicPr>
                        <a:picLocks noChangeAspect="1" noChangeArrowheads="1"/>
                      </p:cNvPicPr>
                      <p:nvPr/>
                    </p:nvPicPr>
                    <p:blipFill>
                      <a:blip r:embed="rId12"/>
                      <a:srcRect/>
                      <a:stretch>
                        <a:fillRect/>
                      </a:stretch>
                    </p:blipFill>
                    <p:spPr bwMode="auto">
                      <a:xfrm>
                        <a:off x="6895563" y="3604334"/>
                        <a:ext cx="1412875" cy="823913"/>
                      </a:xfrm>
                      <a:prstGeom prst="rect">
                        <a:avLst/>
                      </a:prstGeom>
                      <a:noFill/>
                      <a:ln>
                        <a:noFill/>
                      </a:ln>
                      <a:effectLst/>
                    </p:spPr>
                  </p:pic>
                </p:oleObj>
              </mc:Fallback>
            </mc:AlternateContent>
          </a:graphicData>
        </a:graphic>
      </p:graphicFrame>
      <p:cxnSp>
        <p:nvCxnSpPr>
          <p:cNvPr id="25" name="Conector de Seta Reta 24"/>
          <p:cNvCxnSpPr/>
          <p:nvPr/>
        </p:nvCxnSpPr>
        <p:spPr>
          <a:xfrm flipV="1">
            <a:off x="5873809" y="4317844"/>
            <a:ext cx="1021754" cy="1150230"/>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graphicFrame>
        <p:nvGraphicFramePr>
          <p:cNvPr id="29" name="Object 12"/>
          <p:cNvGraphicFramePr>
            <a:graphicFrameLocks noChangeAspect="1"/>
          </p:cNvGraphicFramePr>
          <p:nvPr/>
        </p:nvGraphicFramePr>
        <p:xfrm>
          <a:off x="6292511" y="4397054"/>
          <a:ext cx="2632075" cy="938927"/>
        </p:xfrm>
        <a:graphic>
          <a:graphicData uri="http://schemas.openxmlformats.org/presentationml/2006/ole">
            <mc:AlternateContent xmlns:mc="http://schemas.openxmlformats.org/markup-compatibility/2006">
              <mc:Choice xmlns:v="urn:schemas-microsoft-com:vml" Requires="v">
                <p:oleObj name="Equação" r:id="rId13" imgW="1726920" imgH="609480" progId="Equation.3">
                  <p:embed/>
                </p:oleObj>
              </mc:Choice>
              <mc:Fallback>
                <p:oleObj name="Equação" r:id="rId13" imgW="1726920" imgH="609480" progId="Equation.3">
                  <p:embed/>
                  <p:pic>
                    <p:nvPicPr>
                      <p:cNvPr id="29" name="Object 12"/>
                      <p:cNvPicPr>
                        <a:picLocks noChangeAspect="1" noChangeArrowheads="1"/>
                      </p:cNvPicPr>
                      <p:nvPr/>
                    </p:nvPicPr>
                    <p:blipFill>
                      <a:blip r:embed="rId14"/>
                      <a:srcRect/>
                      <a:stretch>
                        <a:fillRect/>
                      </a:stretch>
                    </p:blipFill>
                    <p:spPr bwMode="auto">
                      <a:xfrm>
                        <a:off x="6292511" y="4397054"/>
                        <a:ext cx="2632075" cy="938927"/>
                      </a:xfrm>
                      <a:prstGeom prst="rect">
                        <a:avLst/>
                      </a:prstGeom>
                      <a:noFill/>
                      <a:ln>
                        <a:noFill/>
                      </a:ln>
                      <a:effectLst/>
                    </p:spPr>
                  </p:pic>
                </p:oleObj>
              </mc:Fallback>
            </mc:AlternateContent>
          </a:graphicData>
        </a:graphic>
      </p:graphicFrame>
      <p:graphicFrame>
        <p:nvGraphicFramePr>
          <p:cNvPr id="30" name="Object 12"/>
          <p:cNvGraphicFramePr>
            <a:graphicFrameLocks noChangeAspect="1"/>
          </p:cNvGraphicFramePr>
          <p:nvPr/>
        </p:nvGraphicFramePr>
        <p:xfrm>
          <a:off x="3697288" y="6361113"/>
          <a:ext cx="2824162" cy="436562"/>
        </p:xfrm>
        <a:graphic>
          <a:graphicData uri="http://schemas.openxmlformats.org/presentationml/2006/ole">
            <mc:AlternateContent xmlns:mc="http://schemas.openxmlformats.org/markup-compatibility/2006">
              <mc:Choice xmlns:v="urn:schemas-microsoft-com:vml" Requires="v">
                <p:oleObj name="Equação" r:id="rId15" imgW="1498320" imgH="228600" progId="Equation.3">
                  <p:embed/>
                </p:oleObj>
              </mc:Choice>
              <mc:Fallback>
                <p:oleObj name="Equação" r:id="rId15" imgW="1498320" imgH="228600" progId="Equation.3">
                  <p:embed/>
                  <p:pic>
                    <p:nvPicPr>
                      <p:cNvPr id="30" name="Object 12"/>
                      <p:cNvPicPr>
                        <a:picLocks noChangeAspect="1" noChangeArrowheads="1"/>
                      </p:cNvPicPr>
                      <p:nvPr/>
                    </p:nvPicPr>
                    <p:blipFill>
                      <a:blip r:embed="rId16"/>
                      <a:srcRect/>
                      <a:stretch>
                        <a:fillRect/>
                      </a:stretch>
                    </p:blipFill>
                    <p:spPr bwMode="auto">
                      <a:xfrm>
                        <a:off x="3697288" y="6361113"/>
                        <a:ext cx="2824162" cy="436562"/>
                      </a:xfrm>
                      <a:prstGeom prst="rect">
                        <a:avLst/>
                      </a:prstGeom>
                      <a:noFill/>
                      <a:ln>
                        <a:noFill/>
                      </a:ln>
                      <a:effectLst/>
                    </p:spPr>
                  </p:pic>
                </p:oleObj>
              </mc:Fallback>
            </mc:AlternateContent>
          </a:graphicData>
        </a:graphic>
      </p:graphicFrame>
      <p:sp>
        <p:nvSpPr>
          <p:cNvPr id="31" name="Retângulo 30"/>
          <p:cNvSpPr/>
          <p:nvPr/>
        </p:nvSpPr>
        <p:spPr>
          <a:xfrm>
            <a:off x="5450623" y="6384976"/>
            <a:ext cx="1160490" cy="334803"/>
          </a:xfrm>
          <a:prstGeom prst="rect">
            <a:avLst/>
          </a:prstGeom>
          <a:noFill/>
          <a:ln w="2857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32" name="CaixaDeTexto 31"/>
          <p:cNvSpPr txBox="1"/>
          <p:nvPr/>
        </p:nvSpPr>
        <p:spPr>
          <a:xfrm>
            <a:off x="6686584" y="6361113"/>
            <a:ext cx="1045286" cy="369332"/>
          </a:xfrm>
          <a:prstGeom prst="rect">
            <a:avLst/>
          </a:prstGeom>
          <a:noFill/>
        </p:spPr>
        <p:txBody>
          <a:bodyPr wrap="none" rtlCol="0">
            <a:spAutoFit/>
          </a:bodyPr>
          <a:lstStyle/>
          <a:p>
            <a:r>
              <a:rPr lang="pt-BR" b="1" dirty="0">
                <a:solidFill>
                  <a:srgbClr val="FF0000"/>
                </a:solidFill>
              </a:rPr>
              <a:t>Resposta</a:t>
            </a:r>
          </a:p>
        </p:txBody>
      </p:sp>
    </p:spTree>
    <p:extLst>
      <p:ext uri="{BB962C8B-B14F-4D97-AF65-F5344CB8AC3E}">
        <p14:creationId xmlns:p14="http://schemas.microsoft.com/office/powerpoint/2010/main" val="28385057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ráfico 3"/>
          <p:cNvGraphicFramePr/>
          <p:nvPr>
            <p:extLst>
              <p:ext uri="{D42A27DB-BD31-4B8C-83A1-F6EECF244321}">
                <p14:modId xmlns:p14="http://schemas.microsoft.com/office/powerpoint/2010/main" val="2431163741"/>
              </p:ext>
            </p:extLst>
          </p:nvPr>
        </p:nvGraphicFramePr>
        <p:xfrm>
          <a:off x="34925" y="1342160"/>
          <a:ext cx="3750691" cy="289151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5341766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ráfico 3"/>
          <p:cNvGraphicFramePr/>
          <p:nvPr/>
        </p:nvGraphicFramePr>
        <p:xfrm>
          <a:off x="34925" y="1342160"/>
          <a:ext cx="3750691" cy="289151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 name="Object 12"/>
          <p:cNvGraphicFramePr>
            <a:graphicFrameLocks noChangeAspect="1"/>
          </p:cNvGraphicFramePr>
          <p:nvPr/>
        </p:nvGraphicFramePr>
        <p:xfrm>
          <a:off x="1513960" y="381998"/>
          <a:ext cx="1513644" cy="444144"/>
        </p:xfrm>
        <a:graphic>
          <a:graphicData uri="http://schemas.openxmlformats.org/presentationml/2006/ole">
            <mc:AlternateContent xmlns:mc="http://schemas.openxmlformats.org/markup-compatibility/2006">
              <mc:Choice xmlns:v="urn:schemas-microsoft-com:vml" Requires="v">
                <p:oleObj name="Equação" r:id="rId4" imgW="787320" imgH="228600" progId="Equation.3">
                  <p:embed/>
                </p:oleObj>
              </mc:Choice>
              <mc:Fallback>
                <p:oleObj name="Equação" r:id="rId4" imgW="787320" imgH="228600" progId="Equation.3">
                  <p:embed/>
                  <p:pic>
                    <p:nvPicPr>
                      <p:cNvPr id="3" name="Object 12"/>
                      <p:cNvPicPr>
                        <a:picLocks noChangeAspect="1" noChangeArrowheads="1"/>
                      </p:cNvPicPr>
                      <p:nvPr/>
                    </p:nvPicPr>
                    <p:blipFill>
                      <a:blip r:embed="rId5"/>
                      <a:srcRect/>
                      <a:stretch>
                        <a:fillRect/>
                      </a:stretch>
                    </p:blipFill>
                    <p:spPr bwMode="auto">
                      <a:xfrm>
                        <a:off x="1513960" y="381998"/>
                        <a:ext cx="1513644" cy="444144"/>
                      </a:xfrm>
                      <a:prstGeom prst="rect">
                        <a:avLst/>
                      </a:prstGeom>
                      <a:noFill/>
                      <a:ln>
                        <a:noFill/>
                      </a:ln>
                      <a:effectLst/>
                    </p:spPr>
                  </p:pic>
                </p:oleObj>
              </mc:Fallback>
            </mc:AlternateContent>
          </a:graphicData>
        </a:graphic>
      </p:graphicFrame>
      <p:graphicFrame>
        <p:nvGraphicFramePr>
          <p:cNvPr id="5" name="Object 12"/>
          <p:cNvGraphicFramePr>
            <a:graphicFrameLocks noChangeAspect="1"/>
          </p:cNvGraphicFramePr>
          <p:nvPr/>
        </p:nvGraphicFramePr>
        <p:xfrm>
          <a:off x="3988689" y="159859"/>
          <a:ext cx="2393823" cy="913639"/>
        </p:xfrm>
        <a:graphic>
          <a:graphicData uri="http://schemas.openxmlformats.org/presentationml/2006/ole">
            <mc:AlternateContent xmlns:mc="http://schemas.openxmlformats.org/markup-compatibility/2006">
              <mc:Choice xmlns:v="urn:schemas-microsoft-com:vml" Requires="v">
                <p:oleObj name="Equação" r:id="rId6" imgW="1244520" imgH="469800" progId="Equation.3">
                  <p:embed/>
                </p:oleObj>
              </mc:Choice>
              <mc:Fallback>
                <p:oleObj name="Equação" r:id="rId6" imgW="1244520" imgH="469800" progId="Equation.3">
                  <p:embed/>
                  <p:pic>
                    <p:nvPicPr>
                      <p:cNvPr id="5" name="Object 12"/>
                      <p:cNvPicPr>
                        <a:picLocks noChangeAspect="1" noChangeArrowheads="1"/>
                      </p:cNvPicPr>
                      <p:nvPr/>
                    </p:nvPicPr>
                    <p:blipFill>
                      <a:blip r:embed="rId7"/>
                      <a:srcRect/>
                      <a:stretch>
                        <a:fillRect/>
                      </a:stretch>
                    </p:blipFill>
                    <p:spPr bwMode="auto">
                      <a:xfrm>
                        <a:off x="3988689" y="159859"/>
                        <a:ext cx="2393823" cy="913639"/>
                      </a:xfrm>
                      <a:prstGeom prst="rect">
                        <a:avLst/>
                      </a:prstGeom>
                      <a:noFill/>
                      <a:ln>
                        <a:noFill/>
                      </a:ln>
                      <a:effectLst/>
                    </p:spPr>
                  </p:pic>
                </p:oleObj>
              </mc:Fallback>
            </mc:AlternateContent>
          </a:graphicData>
        </a:graphic>
      </p:graphicFrame>
      <p:graphicFrame>
        <p:nvGraphicFramePr>
          <p:cNvPr id="6" name="Object 12"/>
          <p:cNvGraphicFramePr>
            <a:graphicFrameLocks noChangeAspect="1"/>
          </p:cNvGraphicFramePr>
          <p:nvPr/>
        </p:nvGraphicFramePr>
        <p:xfrm>
          <a:off x="4672012" y="1662425"/>
          <a:ext cx="1484406" cy="435565"/>
        </p:xfrm>
        <a:graphic>
          <a:graphicData uri="http://schemas.openxmlformats.org/presentationml/2006/ole">
            <mc:AlternateContent xmlns:mc="http://schemas.openxmlformats.org/markup-compatibility/2006">
              <mc:Choice xmlns:v="urn:schemas-microsoft-com:vml" Requires="v">
                <p:oleObj name="Equação" r:id="rId4" imgW="787320" imgH="228600" progId="Equation.3">
                  <p:embed/>
                </p:oleObj>
              </mc:Choice>
              <mc:Fallback>
                <p:oleObj name="Equação" r:id="rId4" imgW="787320" imgH="228600" progId="Equation.3">
                  <p:embed/>
                  <p:pic>
                    <p:nvPicPr>
                      <p:cNvPr id="6" name="Object 12"/>
                      <p:cNvPicPr>
                        <a:picLocks noChangeAspect="1" noChangeArrowheads="1"/>
                      </p:cNvPicPr>
                      <p:nvPr/>
                    </p:nvPicPr>
                    <p:blipFill>
                      <a:blip r:embed="rId5"/>
                      <a:srcRect/>
                      <a:stretch>
                        <a:fillRect/>
                      </a:stretch>
                    </p:blipFill>
                    <p:spPr bwMode="auto">
                      <a:xfrm>
                        <a:off x="4672012" y="1662425"/>
                        <a:ext cx="1484406" cy="435565"/>
                      </a:xfrm>
                      <a:prstGeom prst="rect">
                        <a:avLst/>
                      </a:prstGeom>
                      <a:noFill/>
                      <a:ln>
                        <a:noFill/>
                      </a:ln>
                      <a:effectLst/>
                    </p:spPr>
                  </p:pic>
                </p:oleObj>
              </mc:Fallback>
            </mc:AlternateContent>
          </a:graphicData>
        </a:graphic>
      </p:graphicFrame>
      <p:sp>
        <p:nvSpPr>
          <p:cNvPr id="7" name="CaixaDeTexto 6"/>
          <p:cNvSpPr txBox="1"/>
          <p:nvPr/>
        </p:nvSpPr>
        <p:spPr>
          <a:xfrm>
            <a:off x="4630520" y="1208700"/>
            <a:ext cx="1243289" cy="369332"/>
          </a:xfrm>
          <a:prstGeom prst="rect">
            <a:avLst/>
          </a:prstGeom>
          <a:noFill/>
        </p:spPr>
        <p:txBody>
          <a:bodyPr wrap="none" rtlCol="0">
            <a:spAutoFit/>
          </a:bodyPr>
          <a:lstStyle/>
          <a:p>
            <a:r>
              <a:rPr lang="pt-BR" b="1" dirty="0">
                <a:solidFill>
                  <a:srgbClr val="FF0000"/>
                </a:solidFill>
              </a:rPr>
              <a:t>Queremos:</a:t>
            </a:r>
          </a:p>
        </p:txBody>
      </p:sp>
      <p:graphicFrame>
        <p:nvGraphicFramePr>
          <p:cNvPr id="8" name="Object 12"/>
          <p:cNvGraphicFramePr>
            <a:graphicFrameLocks noChangeAspect="1"/>
          </p:cNvGraphicFramePr>
          <p:nvPr/>
        </p:nvGraphicFramePr>
        <p:xfrm>
          <a:off x="4630520" y="2444554"/>
          <a:ext cx="1484406" cy="435565"/>
        </p:xfrm>
        <a:graphic>
          <a:graphicData uri="http://schemas.openxmlformats.org/presentationml/2006/ole">
            <mc:AlternateContent xmlns:mc="http://schemas.openxmlformats.org/markup-compatibility/2006">
              <mc:Choice xmlns:v="urn:schemas-microsoft-com:vml" Requires="v">
                <p:oleObj name="Equação" r:id="rId4" imgW="787320" imgH="228600" progId="Equation.3">
                  <p:embed/>
                </p:oleObj>
              </mc:Choice>
              <mc:Fallback>
                <p:oleObj name="Equação" r:id="rId4" imgW="787320" imgH="228600" progId="Equation.3">
                  <p:embed/>
                  <p:pic>
                    <p:nvPicPr>
                      <p:cNvPr id="8" name="Object 12"/>
                      <p:cNvPicPr>
                        <a:picLocks noChangeAspect="1" noChangeArrowheads="1"/>
                      </p:cNvPicPr>
                      <p:nvPr/>
                    </p:nvPicPr>
                    <p:blipFill>
                      <a:blip r:embed="rId5"/>
                      <a:srcRect/>
                      <a:stretch>
                        <a:fillRect/>
                      </a:stretch>
                    </p:blipFill>
                    <p:spPr bwMode="auto">
                      <a:xfrm>
                        <a:off x="4630520" y="2444554"/>
                        <a:ext cx="1484406" cy="435565"/>
                      </a:xfrm>
                      <a:prstGeom prst="rect">
                        <a:avLst/>
                      </a:prstGeom>
                      <a:noFill/>
                      <a:ln>
                        <a:noFill/>
                      </a:ln>
                      <a:effectLst/>
                    </p:spPr>
                  </p:pic>
                </p:oleObj>
              </mc:Fallback>
            </mc:AlternateContent>
          </a:graphicData>
        </a:graphic>
      </p:graphicFrame>
      <p:sp>
        <p:nvSpPr>
          <p:cNvPr id="9" name="CaixaDeTexto 8"/>
          <p:cNvSpPr txBox="1"/>
          <p:nvPr/>
        </p:nvSpPr>
        <p:spPr>
          <a:xfrm>
            <a:off x="501356" y="5270686"/>
            <a:ext cx="4637572" cy="646331"/>
          </a:xfrm>
          <a:prstGeom prst="rect">
            <a:avLst/>
          </a:prstGeom>
          <a:noFill/>
        </p:spPr>
        <p:txBody>
          <a:bodyPr wrap="square" rtlCol="0">
            <a:spAutoFit/>
          </a:bodyPr>
          <a:lstStyle/>
          <a:p>
            <a:r>
              <a:rPr lang="pt-BR" dirty="0"/>
              <a:t>1º: Conseguimos         no ponto onde o gráfico cruza o eixo da posição.</a:t>
            </a:r>
          </a:p>
        </p:txBody>
      </p:sp>
      <p:cxnSp>
        <p:nvCxnSpPr>
          <p:cNvPr id="10" name="Conector de Seta Reta 9"/>
          <p:cNvCxnSpPr/>
          <p:nvPr/>
        </p:nvCxnSpPr>
        <p:spPr>
          <a:xfrm flipH="1" flipV="1">
            <a:off x="1755649" y="2662336"/>
            <a:ext cx="1271955" cy="2608350"/>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graphicFrame>
        <p:nvGraphicFramePr>
          <p:cNvPr id="11" name="Object 12"/>
          <p:cNvGraphicFramePr>
            <a:graphicFrameLocks noChangeAspect="1"/>
          </p:cNvGraphicFramePr>
          <p:nvPr/>
        </p:nvGraphicFramePr>
        <p:xfrm>
          <a:off x="4630520" y="3261973"/>
          <a:ext cx="957480" cy="435917"/>
        </p:xfrm>
        <a:graphic>
          <a:graphicData uri="http://schemas.openxmlformats.org/presentationml/2006/ole">
            <mc:AlternateContent xmlns:mc="http://schemas.openxmlformats.org/markup-compatibility/2006">
              <mc:Choice xmlns:v="urn:schemas-microsoft-com:vml" Requires="v">
                <p:oleObj name="Equação" r:id="rId8" imgW="507960" imgH="228600" progId="Equation.3">
                  <p:embed/>
                </p:oleObj>
              </mc:Choice>
              <mc:Fallback>
                <p:oleObj name="Equação" r:id="rId8" imgW="507960" imgH="228600" progId="Equation.3">
                  <p:embed/>
                  <p:pic>
                    <p:nvPicPr>
                      <p:cNvPr id="11" name="Object 12"/>
                      <p:cNvPicPr>
                        <a:picLocks noChangeAspect="1" noChangeArrowheads="1"/>
                      </p:cNvPicPr>
                      <p:nvPr/>
                    </p:nvPicPr>
                    <p:blipFill>
                      <a:blip r:embed="rId9"/>
                      <a:srcRect/>
                      <a:stretch>
                        <a:fillRect/>
                      </a:stretch>
                    </p:blipFill>
                    <p:spPr bwMode="auto">
                      <a:xfrm>
                        <a:off x="4630520" y="3261973"/>
                        <a:ext cx="957480" cy="435917"/>
                      </a:xfrm>
                      <a:prstGeom prst="rect">
                        <a:avLst/>
                      </a:prstGeom>
                      <a:noFill/>
                      <a:ln>
                        <a:noFill/>
                      </a:ln>
                      <a:effectLst/>
                    </p:spPr>
                  </p:pic>
                </p:oleObj>
              </mc:Fallback>
            </mc:AlternateContent>
          </a:graphicData>
        </a:graphic>
      </p:graphicFrame>
      <p:sp>
        <p:nvSpPr>
          <p:cNvPr id="12" name="CaixaDeTexto 11"/>
          <p:cNvSpPr txBox="1"/>
          <p:nvPr/>
        </p:nvSpPr>
        <p:spPr>
          <a:xfrm>
            <a:off x="6545262" y="1283164"/>
            <a:ext cx="2741378" cy="923330"/>
          </a:xfrm>
          <a:prstGeom prst="rect">
            <a:avLst/>
          </a:prstGeom>
          <a:noFill/>
        </p:spPr>
        <p:txBody>
          <a:bodyPr wrap="square" rtlCol="0">
            <a:spAutoFit/>
          </a:bodyPr>
          <a:lstStyle/>
          <a:p>
            <a:r>
              <a:rPr lang="pt-BR" dirty="0"/>
              <a:t>2º: Para conseguirmos a velocidade escolhemos um ponto no gráfico:</a:t>
            </a:r>
          </a:p>
        </p:txBody>
      </p:sp>
      <p:cxnSp>
        <p:nvCxnSpPr>
          <p:cNvPr id="13" name="Conector de Seta Reta 12"/>
          <p:cNvCxnSpPr/>
          <p:nvPr/>
        </p:nvCxnSpPr>
        <p:spPr>
          <a:xfrm>
            <a:off x="6292511" y="2658925"/>
            <a:ext cx="505501" cy="3411"/>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graphicFrame>
        <p:nvGraphicFramePr>
          <p:cNvPr id="14" name="Object 12"/>
          <p:cNvGraphicFramePr>
            <a:graphicFrameLocks noChangeAspect="1"/>
          </p:cNvGraphicFramePr>
          <p:nvPr/>
        </p:nvGraphicFramePr>
        <p:xfrm>
          <a:off x="6896100" y="2662238"/>
          <a:ext cx="1412875" cy="387350"/>
        </p:xfrm>
        <a:graphic>
          <a:graphicData uri="http://schemas.openxmlformats.org/presentationml/2006/ole">
            <mc:AlternateContent xmlns:mc="http://schemas.openxmlformats.org/markup-compatibility/2006">
              <mc:Choice xmlns:v="urn:schemas-microsoft-com:vml" Requires="v">
                <p:oleObj name="Equação" r:id="rId10" imgW="749160" imgH="203040" progId="Equation.3">
                  <p:embed/>
                </p:oleObj>
              </mc:Choice>
              <mc:Fallback>
                <p:oleObj name="Equação" r:id="rId10" imgW="749160" imgH="203040" progId="Equation.3">
                  <p:embed/>
                  <p:pic>
                    <p:nvPicPr>
                      <p:cNvPr id="14" name="Object 12"/>
                      <p:cNvPicPr>
                        <a:picLocks noChangeAspect="1" noChangeArrowheads="1"/>
                      </p:cNvPicPr>
                      <p:nvPr/>
                    </p:nvPicPr>
                    <p:blipFill>
                      <a:blip r:embed="rId11"/>
                      <a:srcRect/>
                      <a:stretch>
                        <a:fillRect/>
                      </a:stretch>
                    </p:blipFill>
                    <p:spPr bwMode="auto">
                      <a:xfrm>
                        <a:off x="6896100" y="2662238"/>
                        <a:ext cx="1412875" cy="387350"/>
                      </a:xfrm>
                      <a:prstGeom prst="rect">
                        <a:avLst/>
                      </a:prstGeom>
                      <a:noFill/>
                      <a:ln>
                        <a:noFill/>
                      </a:ln>
                      <a:effectLst/>
                    </p:spPr>
                  </p:pic>
                </p:oleObj>
              </mc:Fallback>
            </mc:AlternateContent>
          </a:graphicData>
        </a:graphic>
      </p:graphicFrame>
      <p:graphicFrame>
        <p:nvGraphicFramePr>
          <p:cNvPr id="15" name="Object 12"/>
          <p:cNvGraphicFramePr>
            <a:graphicFrameLocks noChangeAspect="1"/>
          </p:cNvGraphicFramePr>
          <p:nvPr/>
        </p:nvGraphicFramePr>
        <p:xfrm>
          <a:off x="6234113" y="3352148"/>
          <a:ext cx="2476500" cy="1228725"/>
        </p:xfrm>
        <a:graphic>
          <a:graphicData uri="http://schemas.openxmlformats.org/presentationml/2006/ole">
            <mc:AlternateContent xmlns:mc="http://schemas.openxmlformats.org/markup-compatibility/2006">
              <mc:Choice xmlns:v="urn:schemas-microsoft-com:vml" Requires="v">
                <p:oleObj name="Equação" r:id="rId12" imgW="1625400" imgH="799920" progId="Equation.3">
                  <p:embed/>
                </p:oleObj>
              </mc:Choice>
              <mc:Fallback>
                <p:oleObj name="Equação" r:id="rId12" imgW="1625400" imgH="799920" progId="Equation.3">
                  <p:embed/>
                  <p:pic>
                    <p:nvPicPr>
                      <p:cNvPr id="15" name="Object 12"/>
                      <p:cNvPicPr>
                        <a:picLocks noChangeAspect="1" noChangeArrowheads="1"/>
                      </p:cNvPicPr>
                      <p:nvPr/>
                    </p:nvPicPr>
                    <p:blipFill>
                      <a:blip r:embed="rId13"/>
                      <a:srcRect/>
                      <a:stretch>
                        <a:fillRect/>
                      </a:stretch>
                    </p:blipFill>
                    <p:spPr bwMode="auto">
                      <a:xfrm>
                        <a:off x="6234113" y="3352148"/>
                        <a:ext cx="2476500" cy="1228725"/>
                      </a:xfrm>
                      <a:prstGeom prst="rect">
                        <a:avLst/>
                      </a:prstGeom>
                      <a:noFill/>
                      <a:ln>
                        <a:noFill/>
                      </a:ln>
                      <a:effectLst/>
                    </p:spPr>
                  </p:pic>
                </p:oleObj>
              </mc:Fallback>
            </mc:AlternateContent>
          </a:graphicData>
        </a:graphic>
      </p:graphicFrame>
      <p:graphicFrame>
        <p:nvGraphicFramePr>
          <p:cNvPr id="16" name="Object 12"/>
          <p:cNvGraphicFramePr>
            <a:graphicFrameLocks noChangeAspect="1"/>
          </p:cNvGraphicFramePr>
          <p:nvPr/>
        </p:nvGraphicFramePr>
        <p:xfrm>
          <a:off x="2199592" y="5162355"/>
          <a:ext cx="415925" cy="498991"/>
        </p:xfrm>
        <a:graphic>
          <a:graphicData uri="http://schemas.openxmlformats.org/presentationml/2006/ole">
            <mc:AlternateContent xmlns:mc="http://schemas.openxmlformats.org/markup-compatibility/2006">
              <mc:Choice xmlns:v="urn:schemas-microsoft-com:vml" Requires="v">
                <p:oleObj name="Equação" r:id="rId14" imgW="152280" imgH="228600" progId="Equation.3">
                  <p:embed/>
                </p:oleObj>
              </mc:Choice>
              <mc:Fallback>
                <p:oleObj name="Equação" r:id="rId14" imgW="152280" imgH="228600" progId="Equation.3">
                  <p:embed/>
                  <p:pic>
                    <p:nvPicPr>
                      <p:cNvPr id="16" name="Object 12"/>
                      <p:cNvPicPr>
                        <a:picLocks noChangeAspect="1" noChangeArrowheads="1"/>
                      </p:cNvPicPr>
                      <p:nvPr/>
                    </p:nvPicPr>
                    <p:blipFill>
                      <a:blip r:embed="rId15"/>
                      <a:srcRect/>
                      <a:stretch>
                        <a:fillRect/>
                      </a:stretch>
                    </p:blipFill>
                    <p:spPr bwMode="auto">
                      <a:xfrm>
                        <a:off x="2199592" y="5162355"/>
                        <a:ext cx="415925" cy="498991"/>
                      </a:xfrm>
                      <a:prstGeom prst="rect">
                        <a:avLst/>
                      </a:prstGeom>
                      <a:noFill/>
                      <a:ln>
                        <a:noFill/>
                      </a:ln>
                      <a:effectLst/>
                    </p:spPr>
                  </p:pic>
                </p:oleObj>
              </mc:Fallback>
            </mc:AlternateContent>
          </a:graphicData>
        </a:graphic>
      </p:graphicFrame>
      <p:cxnSp>
        <p:nvCxnSpPr>
          <p:cNvPr id="18" name="Conector de Seta Reta 17"/>
          <p:cNvCxnSpPr>
            <a:stCxn id="19" idx="1"/>
          </p:cNvCxnSpPr>
          <p:nvPr/>
        </p:nvCxnSpPr>
        <p:spPr>
          <a:xfrm flipH="1" flipV="1">
            <a:off x="2322578" y="3110894"/>
            <a:ext cx="938396" cy="1458466"/>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9" name="CaixaDeTexto 18"/>
          <p:cNvSpPr txBox="1"/>
          <p:nvPr/>
        </p:nvSpPr>
        <p:spPr>
          <a:xfrm>
            <a:off x="3260974" y="4246194"/>
            <a:ext cx="2612836" cy="646331"/>
          </a:xfrm>
          <a:prstGeom prst="rect">
            <a:avLst/>
          </a:prstGeom>
          <a:noFill/>
        </p:spPr>
        <p:txBody>
          <a:bodyPr wrap="square" rtlCol="0">
            <a:spAutoFit/>
          </a:bodyPr>
          <a:lstStyle/>
          <a:p>
            <a:r>
              <a:rPr lang="pt-BR" dirty="0"/>
              <a:t>Ponto escolhido: s(t) = -2m e t = 2s</a:t>
            </a:r>
          </a:p>
        </p:txBody>
      </p:sp>
      <p:graphicFrame>
        <p:nvGraphicFramePr>
          <p:cNvPr id="24" name="Object 12"/>
          <p:cNvGraphicFramePr>
            <a:graphicFrameLocks noChangeAspect="1"/>
          </p:cNvGraphicFramePr>
          <p:nvPr/>
        </p:nvGraphicFramePr>
        <p:xfrm>
          <a:off x="3270250" y="6064250"/>
          <a:ext cx="3398838" cy="436563"/>
        </p:xfrm>
        <a:graphic>
          <a:graphicData uri="http://schemas.openxmlformats.org/presentationml/2006/ole">
            <mc:AlternateContent xmlns:mc="http://schemas.openxmlformats.org/markup-compatibility/2006">
              <mc:Choice xmlns:v="urn:schemas-microsoft-com:vml" Requires="v">
                <p:oleObj name="Equação" r:id="rId16" imgW="1803240" imgH="228600" progId="Equation.3">
                  <p:embed/>
                </p:oleObj>
              </mc:Choice>
              <mc:Fallback>
                <p:oleObj name="Equação" r:id="rId16" imgW="1803240" imgH="228600" progId="Equation.3">
                  <p:embed/>
                  <p:pic>
                    <p:nvPicPr>
                      <p:cNvPr id="24" name="Object 12"/>
                      <p:cNvPicPr>
                        <a:picLocks noChangeAspect="1" noChangeArrowheads="1"/>
                      </p:cNvPicPr>
                      <p:nvPr/>
                    </p:nvPicPr>
                    <p:blipFill>
                      <a:blip r:embed="rId17"/>
                      <a:srcRect/>
                      <a:stretch>
                        <a:fillRect/>
                      </a:stretch>
                    </p:blipFill>
                    <p:spPr bwMode="auto">
                      <a:xfrm>
                        <a:off x="3270250" y="6064250"/>
                        <a:ext cx="3398838" cy="436563"/>
                      </a:xfrm>
                      <a:prstGeom prst="rect">
                        <a:avLst/>
                      </a:prstGeom>
                      <a:noFill/>
                      <a:ln>
                        <a:noFill/>
                      </a:ln>
                      <a:effectLst/>
                    </p:spPr>
                  </p:pic>
                </p:oleObj>
              </mc:Fallback>
            </mc:AlternateContent>
          </a:graphicData>
        </a:graphic>
      </p:graphicFrame>
      <p:sp>
        <p:nvSpPr>
          <p:cNvPr id="25" name="Retângulo 24"/>
          <p:cNvSpPr/>
          <p:nvPr/>
        </p:nvSpPr>
        <p:spPr>
          <a:xfrm>
            <a:off x="5063066" y="6087791"/>
            <a:ext cx="1833033" cy="413022"/>
          </a:xfrm>
          <a:prstGeom prst="rect">
            <a:avLst/>
          </a:prstGeom>
          <a:noFill/>
          <a:ln w="2857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26" name="CaixaDeTexto 25"/>
          <p:cNvSpPr txBox="1"/>
          <p:nvPr/>
        </p:nvSpPr>
        <p:spPr>
          <a:xfrm>
            <a:off x="7070289" y="6063928"/>
            <a:ext cx="1045286" cy="369332"/>
          </a:xfrm>
          <a:prstGeom prst="rect">
            <a:avLst/>
          </a:prstGeom>
          <a:noFill/>
        </p:spPr>
        <p:txBody>
          <a:bodyPr wrap="none" rtlCol="0">
            <a:spAutoFit/>
          </a:bodyPr>
          <a:lstStyle/>
          <a:p>
            <a:r>
              <a:rPr lang="pt-BR" b="1" dirty="0">
                <a:solidFill>
                  <a:srgbClr val="FF0000"/>
                </a:solidFill>
              </a:rPr>
              <a:t>Resposta</a:t>
            </a:r>
          </a:p>
        </p:txBody>
      </p:sp>
    </p:spTree>
    <p:extLst>
      <p:ext uri="{BB962C8B-B14F-4D97-AF65-F5344CB8AC3E}">
        <p14:creationId xmlns:p14="http://schemas.microsoft.com/office/powerpoint/2010/main" val="27585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
            <a:extLst>
              <a:ext uri="{FF2B5EF4-FFF2-40B4-BE49-F238E27FC236}">
                <a16:creationId xmlns:a16="http://schemas.microsoft.com/office/drawing/2014/main" id="{53424E54-687D-FDC5-E5B2-0011A30D6FF7}"/>
              </a:ext>
            </a:extLst>
          </p:cNvPr>
          <p:cNvSpPr>
            <a:spLocks noChangeArrowheads="1"/>
          </p:cNvSpPr>
          <p:nvPr/>
        </p:nvSpPr>
        <p:spPr bwMode="auto">
          <a:xfrm>
            <a:off x="0" y="1357094"/>
            <a:ext cx="9143999" cy="2949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b="1">
                <a:solidFill>
                  <a:schemeClr val="bg2"/>
                </a:solidFill>
                <a:latin typeface="Arial" panose="020B0604020202020204" pitchFamily="34" charset="0"/>
              </a:defRPr>
            </a:lvl1pPr>
            <a:lvl2pPr marL="742950" indent="-285750">
              <a:defRPr b="1">
                <a:solidFill>
                  <a:schemeClr val="bg2"/>
                </a:solidFill>
                <a:latin typeface="Arial" panose="020B0604020202020204" pitchFamily="34" charset="0"/>
              </a:defRPr>
            </a:lvl2pPr>
            <a:lvl3pPr marL="1143000" indent="-228600">
              <a:defRPr b="1">
                <a:solidFill>
                  <a:schemeClr val="bg2"/>
                </a:solidFill>
                <a:latin typeface="Arial" panose="020B0604020202020204" pitchFamily="34" charset="0"/>
              </a:defRPr>
            </a:lvl3pPr>
            <a:lvl4pPr marL="1600200" indent="-228600">
              <a:defRPr b="1">
                <a:solidFill>
                  <a:schemeClr val="bg2"/>
                </a:solidFill>
                <a:latin typeface="Arial" panose="020B0604020202020204" pitchFamily="34" charset="0"/>
              </a:defRPr>
            </a:lvl4pPr>
            <a:lvl5pPr marL="2057400" indent="-228600">
              <a:defRPr b="1">
                <a:solidFill>
                  <a:schemeClr val="bg2"/>
                </a:solidFill>
                <a:latin typeface="Arial" panose="020B0604020202020204" pitchFamily="34" charset="0"/>
              </a:defRPr>
            </a:lvl5pPr>
            <a:lvl6pPr marL="2514600" indent="-228600" eaLnBrk="0" fontAlgn="base" hangingPunct="0">
              <a:spcBef>
                <a:spcPct val="0"/>
              </a:spcBef>
              <a:spcAft>
                <a:spcPct val="0"/>
              </a:spcAft>
              <a:defRPr b="1">
                <a:solidFill>
                  <a:schemeClr val="bg2"/>
                </a:solidFill>
                <a:latin typeface="Arial" panose="020B0604020202020204" pitchFamily="34" charset="0"/>
              </a:defRPr>
            </a:lvl6pPr>
            <a:lvl7pPr marL="2971800" indent="-228600" eaLnBrk="0" fontAlgn="base" hangingPunct="0">
              <a:spcBef>
                <a:spcPct val="0"/>
              </a:spcBef>
              <a:spcAft>
                <a:spcPct val="0"/>
              </a:spcAft>
              <a:defRPr b="1">
                <a:solidFill>
                  <a:schemeClr val="bg2"/>
                </a:solidFill>
                <a:latin typeface="Arial" panose="020B0604020202020204" pitchFamily="34" charset="0"/>
              </a:defRPr>
            </a:lvl7pPr>
            <a:lvl8pPr marL="3429000" indent="-228600" eaLnBrk="0" fontAlgn="base" hangingPunct="0">
              <a:spcBef>
                <a:spcPct val="0"/>
              </a:spcBef>
              <a:spcAft>
                <a:spcPct val="0"/>
              </a:spcAft>
              <a:defRPr b="1">
                <a:solidFill>
                  <a:schemeClr val="bg2"/>
                </a:solidFill>
                <a:latin typeface="Arial" panose="020B0604020202020204" pitchFamily="34" charset="0"/>
              </a:defRPr>
            </a:lvl8pPr>
            <a:lvl9pPr marL="3886200" indent="-228600" eaLnBrk="0" fontAlgn="base" hangingPunct="0">
              <a:spcBef>
                <a:spcPct val="0"/>
              </a:spcBef>
              <a:spcAft>
                <a:spcPct val="0"/>
              </a:spcAft>
              <a:defRPr b="1">
                <a:solidFill>
                  <a:schemeClr val="bg2"/>
                </a:solidFill>
                <a:latin typeface="Arial" panose="020B0604020202020204" pitchFamily="34" charset="0"/>
              </a:defRPr>
            </a:lvl9pPr>
          </a:lstStyle>
          <a:p>
            <a:pPr algn="just" eaLnBrk="1" hangingPunct="1">
              <a:lnSpc>
                <a:spcPct val="150000"/>
              </a:lnSpc>
            </a:pPr>
            <a:r>
              <a:rPr lang="pt-BR" dirty="0"/>
              <a:t>	</a:t>
            </a:r>
            <a:r>
              <a:rPr lang="pt-BR" b="0" dirty="0">
                <a:solidFill>
                  <a:schemeClr val="tx1"/>
                </a:solidFill>
              </a:rPr>
              <a:t>A velocidade instantânea é o valor para o qual a velocidade média tende a medida que o intervalo de tempo </a:t>
            </a:r>
            <a:r>
              <a:rPr lang="pt-BR" b="0" dirty="0">
                <a:solidFill>
                  <a:schemeClr val="tx1"/>
                </a:solidFill>
                <a:cs typeface="Arial" panose="020B0604020202020204" pitchFamily="34" charset="0"/>
              </a:rPr>
              <a:t>c aproxima-se de 0 (</a:t>
            </a:r>
            <a:r>
              <a:rPr lang="el-GR" b="0" dirty="0">
                <a:solidFill>
                  <a:schemeClr val="tx1"/>
                </a:solidFill>
              </a:rPr>
              <a:t>Δ</a:t>
            </a:r>
            <a:r>
              <a:rPr lang="pt-BR" b="0" dirty="0">
                <a:solidFill>
                  <a:schemeClr val="tx1"/>
                </a:solidFill>
              </a:rPr>
              <a:t>t </a:t>
            </a:r>
            <a:r>
              <a:rPr lang="pt-BR" b="0" dirty="0">
                <a:solidFill>
                  <a:schemeClr val="tx1"/>
                </a:solidFill>
                <a:cs typeface="Arial" panose="020B0604020202020204" pitchFamily="34" charset="0"/>
              </a:rPr>
              <a:t>→ 0). Matematicamente:</a:t>
            </a:r>
          </a:p>
          <a:p>
            <a:pPr algn="just" eaLnBrk="1" hangingPunct="1">
              <a:lnSpc>
                <a:spcPct val="150000"/>
              </a:lnSpc>
            </a:pPr>
            <a:endParaRPr lang="pt-BR" b="0" dirty="0">
              <a:solidFill>
                <a:schemeClr val="tx1"/>
              </a:solidFill>
              <a:cs typeface="Arial" panose="020B0604020202020204" pitchFamily="34" charset="0"/>
            </a:endParaRPr>
          </a:p>
          <a:p>
            <a:pPr algn="just" eaLnBrk="1" hangingPunct="1">
              <a:lnSpc>
                <a:spcPct val="150000"/>
              </a:lnSpc>
            </a:pPr>
            <a:r>
              <a:rPr lang="pt-BR" b="0" dirty="0">
                <a:solidFill>
                  <a:schemeClr val="tx1"/>
                </a:solidFill>
                <a:cs typeface="Arial" panose="020B0604020202020204" pitchFamily="34" charset="0"/>
              </a:rPr>
              <a:t>					        </a:t>
            </a:r>
            <a:r>
              <a:rPr lang="pt-BR" b="0" i="1" dirty="0" err="1">
                <a:solidFill>
                  <a:schemeClr val="tx1"/>
                </a:solidFill>
                <a:latin typeface="Times New Roman" panose="02020603050405020304" pitchFamily="18" charset="0"/>
                <a:cs typeface="Arial" panose="020B0604020202020204" pitchFamily="34" charset="0"/>
              </a:rPr>
              <a:t>ds</a:t>
            </a:r>
            <a:r>
              <a:rPr lang="pt-BR" b="0" i="1" dirty="0">
                <a:solidFill>
                  <a:schemeClr val="tx1"/>
                </a:solidFill>
                <a:latin typeface="Times New Roman" panose="02020603050405020304" pitchFamily="18" charset="0"/>
                <a:cs typeface="Arial" panose="020B0604020202020204" pitchFamily="34" charset="0"/>
              </a:rPr>
              <a:t>/dt</a:t>
            </a:r>
            <a:r>
              <a:rPr lang="pt-BR" b="0" dirty="0">
                <a:solidFill>
                  <a:schemeClr val="tx1"/>
                </a:solidFill>
                <a:cs typeface="Arial" panose="020B0604020202020204" pitchFamily="34" charset="0"/>
              </a:rPr>
              <a:t> = derivada de s em relação a t.</a:t>
            </a:r>
          </a:p>
          <a:p>
            <a:pPr algn="just" eaLnBrk="1" hangingPunct="1">
              <a:lnSpc>
                <a:spcPct val="150000"/>
              </a:lnSpc>
            </a:pPr>
            <a:endParaRPr lang="pt-BR" b="0" dirty="0">
              <a:solidFill>
                <a:schemeClr val="tx1"/>
              </a:solidFill>
              <a:cs typeface="Arial" panose="020B0604020202020204" pitchFamily="34" charset="0"/>
            </a:endParaRPr>
          </a:p>
          <a:p>
            <a:pPr algn="just" eaLnBrk="1" hangingPunct="1">
              <a:lnSpc>
                <a:spcPct val="150000"/>
              </a:lnSpc>
            </a:pPr>
            <a:r>
              <a:rPr lang="pt-BR" b="0" dirty="0">
                <a:solidFill>
                  <a:schemeClr val="tx1"/>
                </a:solidFill>
                <a:cs typeface="Arial" panose="020B0604020202020204" pitchFamily="34" charset="0"/>
              </a:rPr>
              <a:t>	De agora em diante a palavra velocidade designará sempre velocidade instantânea.</a:t>
            </a:r>
          </a:p>
        </p:txBody>
      </p:sp>
      <p:sp>
        <p:nvSpPr>
          <p:cNvPr id="5" name="CaixaDeTexto 4">
            <a:extLst>
              <a:ext uri="{FF2B5EF4-FFF2-40B4-BE49-F238E27FC236}">
                <a16:creationId xmlns:a16="http://schemas.microsoft.com/office/drawing/2014/main" id="{BF652BDF-632F-316E-F70D-7906C4F7CC7F}"/>
              </a:ext>
            </a:extLst>
          </p:cNvPr>
          <p:cNvSpPr txBox="1"/>
          <p:nvPr/>
        </p:nvSpPr>
        <p:spPr>
          <a:xfrm>
            <a:off x="0" y="5802743"/>
            <a:ext cx="9143999" cy="923330"/>
          </a:xfrm>
          <a:prstGeom prst="rect">
            <a:avLst/>
          </a:prstGeom>
          <a:solidFill>
            <a:schemeClr val="bg1"/>
          </a:solidFill>
        </p:spPr>
        <p:txBody>
          <a:bodyPr wrap="square" rtlCol="0">
            <a:spAutoFit/>
          </a:bodyPr>
          <a:lstStyle/>
          <a:p>
            <a:r>
              <a:rPr lang="pt-BR" b="1" dirty="0">
                <a:solidFill>
                  <a:srgbClr val="FF0000"/>
                </a:solidFill>
              </a:rPr>
              <a:t>OBS:</a:t>
            </a:r>
            <a:r>
              <a:rPr lang="pt-BR" dirty="0"/>
              <a:t>	Como nesta aula lidamos com MU (Movimento Uniforme), ou seja, movimento conde a velocidade é constante, não muda, tem sempre o mesmo valor, a velocidade média (    ) é igual à velocidade instantânea (v).</a:t>
            </a:r>
          </a:p>
        </p:txBody>
      </p:sp>
      <p:sp>
        <p:nvSpPr>
          <p:cNvPr id="6" name="Rectangle 10">
            <a:extLst>
              <a:ext uri="{FF2B5EF4-FFF2-40B4-BE49-F238E27FC236}">
                <a16:creationId xmlns:a16="http://schemas.microsoft.com/office/drawing/2014/main" id="{59DBC807-AD7E-1500-A769-5477BDDDDBC2}"/>
              </a:ext>
            </a:extLst>
          </p:cNvPr>
          <p:cNvSpPr>
            <a:spLocks noChangeArrowheads="1"/>
          </p:cNvSpPr>
          <p:nvPr/>
        </p:nvSpPr>
        <p:spPr bwMode="auto">
          <a:xfrm>
            <a:off x="0" y="720508"/>
            <a:ext cx="9144000" cy="537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b="1">
                <a:solidFill>
                  <a:schemeClr val="bg2"/>
                </a:solidFill>
                <a:latin typeface="Arial" panose="020B0604020202020204" pitchFamily="34" charset="0"/>
              </a:defRPr>
            </a:lvl1pPr>
            <a:lvl2pPr marL="742950" indent="-285750">
              <a:defRPr b="1">
                <a:solidFill>
                  <a:schemeClr val="bg2"/>
                </a:solidFill>
                <a:latin typeface="Arial" panose="020B0604020202020204" pitchFamily="34" charset="0"/>
              </a:defRPr>
            </a:lvl2pPr>
            <a:lvl3pPr marL="1143000" indent="-228600">
              <a:defRPr b="1">
                <a:solidFill>
                  <a:schemeClr val="bg2"/>
                </a:solidFill>
                <a:latin typeface="Arial" panose="020B0604020202020204" pitchFamily="34" charset="0"/>
              </a:defRPr>
            </a:lvl3pPr>
            <a:lvl4pPr marL="1600200" indent="-228600">
              <a:defRPr b="1">
                <a:solidFill>
                  <a:schemeClr val="bg2"/>
                </a:solidFill>
                <a:latin typeface="Arial" panose="020B0604020202020204" pitchFamily="34" charset="0"/>
              </a:defRPr>
            </a:lvl4pPr>
            <a:lvl5pPr marL="2057400" indent="-228600">
              <a:defRPr b="1">
                <a:solidFill>
                  <a:schemeClr val="bg2"/>
                </a:solidFill>
                <a:latin typeface="Arial" panose="020B0604020202020204" pitchFamily="34" charset="0"/>
              </a:defRPr>
            </a:lvl5pPr>
            <a:lvl6pPr marL="2514600" indent="-228600" eaLnBrk="0" fontAlgn="base" hangingPunct="0">
              <a:spcBef>
                <a:spcPct val="0"/>
              </a:spcBef>
              <a:spcAft>
                <a:spcPct val="0"/>
              </a:spcAft>
              <a:defRPr b="1">
                <a:solidFill>
                  <a:schemeClr val="bg2"/>
                </a:solidFill>
                <a:latin typeface="Arial" panose="020B0604020202020204" pitchFamily="34" charset="0"/>
              </a:defRPr>
            </a:lvl6pPr>
            <a:lvl7pPr marL="2971800" indent="-228600" eaLnBrk="0" fontAlgn="base" hangingPunct="0">
              <a:spcBef>
                <a:spcPct val="0"/>
              </a:spcBef>
              <a:spcAft>
                <a:spcPct val="0"/>
              </a:spcAft>
              <a:defRPr b="1">
                <a:solidFill>
                  <a:schemeClr val="bg2"/>
                </a:solidFill>
                <a:latin typeface="Arial" panose="020B0604020202020204" pitchFamily="34" charset="0"/>
              </a:defRPr>
            </a:lvl7pPr>
            <a:lvl8pPr marL="3429000" indent="-228600" eaLnBrk="0" fontAlgn="base" hangingPunct="0">
              <a:spcBef>
                <a:spcPct val="0"/>
              </a:spcBef>
              <a:spcAft>
                <a:spcPct val="0"/>
              </a:spcAft>
              <a:defRPr b="1">
                <a:solidFill>
                  <a:schemeClr val="bg2"/>
                </a:solidFill>
                <a:latin typeface="Arial" panose="020B0604020202020204" pitchFamily="34" charset="0"/>
              </a:defRPr>
            </a:lvl8pPr>
            <a:lvl9pPr marL="3886200" indent="-228600" eaLnBrk="0" fontAlgn="base" hangingPunct="0">
              <a:spcBef>
                <a:spcPct val="0"/>
              </a:spcBef>
              <a:spcAft>
                <a:spcPct val="0"/>
              </a:spcAft>
              <a:defRPr b="1">
                <a:solidFill>
                  <a:schemeClr val="bg2"/>
                </a:solidFill>
                <a:latin typeface="Arial" panose="020B0604020202020204" pitchFamily="34" charset="0"/>
              </a:defRPr>
            </a:lvl9pPr>
          </a:lstStyle>
          <a:p>
            <a:pPr algn="just" eaLnBrk="1" hangingPunct="1">
              <a:lnSpc>
                <a:spcPct val="150000"/>
              </a:lnSpc>
            </a:pPr>
            <a:r>
              <a:rPr lang="pt-BR" dirty="0"/>
              <a:t>	</a:t>
            </a:r>
            <a:r>
              <a:rPr lang="pt-BR" sz="2200" dirty="0">
                <a:solidFill>
                  <a:srgbClr val="FF0000"/>
                </a:solidFill>
              </a:rPr>
              <a:t>Um pouco mais sobre a velocidade instantânea no MRU.</a:t>
            </a:r>
            <a:endParaRPr lang="pt-BR" sz="2200" b="0" dirty="0">
              <a:solidFill>
                <a:srgbClr val="FF0000"/>
              </a:solidFill>
            </a:endParaRPr>
          </a:p>
        </p:txBody>
      </p:sp>
      <p:graphicFrame>
        <p:nvGraphicFramePr>
          <p:cNvPr id="12291" name="Object 11"/>
          <p:cNvGraphicFramePr>
            <a:graphicFrameLocks noChangeAspect="1"/>
          </p:cNvGraphicFramePr>
          <p:nvPr>
            <p:extLst>
              <p:ext uri="{D42A27DB-BD31-4B8C-83A1-F6EECF244321}">
                <p14:modId xmlns:p14="http://schemas.microsoft.com/office/powerpoint/2010/main" val="2794914644"/>
              </p:ext>
            </p:extLst>
          </p:nvPr>
        </p:nvGraphicFramePr>
        <p:xfrm>
          <a:off x="111261" y="2408787"/>
          <a:ext cx="4953001" cy="846137"/>
        </p:xfrm>
        <a:graphic>
          <a:graphicData uri="http://schemas.openxmlformats.org/presentationml/2006/ole">
            <mc:AlternateContent xmlns:mc="http://schemas.openxmlformats.org/markup-compatibility/2006">
              <mc:Choice xmlns:v="urn:schemas-microsoft-com:vml" Requires="v">
                <p:oleObj name="Equação" r:id="rId2" imgW="2527200" imgH="431640" progId="Equation.3">
                  <p:embed/>
                </p:oleObj>
              </mc:Choice>
              <mc:Fallback>
                <p:oleObj name="Equação" r:id="rId2" imgW="2527200" imgH="431640" progId="Equation.3">
                  <p:embed/>
                  <p:pic>
                    <p:nvPicPr>
                      <p:cNvPr id="12291" name="Object 11"/>
                      <p:cNvPicPr>
                        <a:picLocks noChangeAspect="1" noChangeArrowheads="1"/>
                      </p:cNvPicPr>
                      <p:nvPr/>
                    </p:nvPicPr>
                    <p:blipFill>
                      <a:blip r:embed="rId3"/>
                      <a:srcRect/>
                      <a:stretch>
                        <a:fillRect/>
                      </a:stretch>
                    </p:blipFill>
                    <p:spPr bwMode="auto">
                      <a:xfrm>
                        <a:off x="111261" y="2408787"/>
                        <a:ext cx="4953001" cy="846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8381179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
            <a:extLst>
              <a:ext uri="{FF2B5EF4-FFF2-40B4-BE49-F238E27FC236}">
                <a16:creationId xmlns:a16="http://schemas.microsoft.com/office/drawing/2014/main" id="{2537EFEF-DC62-B355-6DCB-DE233448385A}"/>
              </a:ext>
            </a:extLst>
          </p:cNvPr>
          <p:cNvSpPr>
            <a:spLocks noChangeArrowheads="1"/>
          </p:cNvSpPr>
          <p:nvPr/>
        </p:nvSpPr>
        <p:spPr bwMode="auto">
          <a:xfrm>
            <a:off x="0" y="699488"/>
            <a:ext cx="9144000" cy="537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b="1">
                <a:solidFill>
                  <a:schemeClr val="bg2"/>
                </a:solidFill>
                <a:latin typeface="Arial" panose="020B0604020202020204" pitchFamily="34" charset="0"/>
              </a:defRPr>
            </a:lvl1pPr>
            <a:lvl2pPr marL="742950" indent="-285750">
              <a:defRPr b="1">
                <a:solidFill>
                  <a:schemeClr val="bg2"/>
                </a:solidFill>
                <a:latin typeface="Arial" panose="020B0604020202020204" pitchFamily="34" charset="0"/>
              </a:defRPr>
            </a:lvl2pPr>
            <a:lvl3pPr marL="1143000" indent="-228600">
              <a:defRPr b="1">
                <a:solidFill>
                  <a:schemeClr val="bg2"/>
                </a:solidFill>
                <a:latin typeface="Arial" panose="020B0604020202020204" pitchFamily="34" charset="0"/>
              </a:defRPr>
            </a:lvl3pPr>
            <a:lvl4pPr marL="1600200" indent="-228600">
              <a:defRPr b="1">
                <a:solidFill>
                  <a:schemeClr val="bg2"/>
                </a:solidFill>
                <a:latin typeface="Arial" panose="020B0604020202020204" pitchFamily="34" charset="0"/>
              </a:defRPr>
            </a:lvl4pPr>
            <a:lvl5pPr marL="2057400" indent="-228600">
              <a:defRPr b="1">
                <a:solidFill>
                  <a:schemeClr val="bg2"/>
                </a:solidFill>
                <a:latin typeface="Arial" panose="020B0604020202020204" pitchFamily="34" charset="0"/>
              </a:defRPr>
            </a:lvl5pPr>
            <a:lvl6pPr marL="2514600" indent="-228600" eaLnBrk="0" fontAlgn="base" hangingPunct="0">
              <a:spcBef>
                <a:spcPct val="0"/>
              </a:spcBef>
              <a:spcAft>
                <a:spcPct val="0"/>
              </a:spcAft>
              <a:defRPr b="1">
                <a:solidFill>
                  <a:schemeClr val="bg2"/>
                </a:solidFill>
                <a:latin typeface="Arial" panose="020B0604020202020204" pitchFamily="34" charset="0"/>
              </a:defRPr>
            </a:lvl6pPr>
            <a:lvl7pPr marL="2971800" indent="-228600" eaLnBrk="0" fontAlgn="base" hangingPunct="0">
              <a:spcBef>
                <a:spcPct val="0"/>
              </a:spcBef>
              <a:spcAft>
                <a:spcPct val="0"/>
              </a:spcAft>
              <a:defRPr b="1">
                <a:solidFill>
                  <a:schemeClr val="bg2"/>
                </a:solidFill>
                <a:latin typeface="Arial" panose="020B0604020202020204" pitchFamily="34" charset="0"/>
              </a:defRPr>
            </a:lvl7pPr>
            <a:lvl8pPr marL="3429000" indent="-228600" eaLnBrk="0" fontAlgn="base" hangingPunct="0">
              <a:spcBef>
                <a:spcPct val="0"/>
              </a:spcBef>
              <a:spcAft>
                <a:spcPct val="0"/>
              </a:spcAft>
              <a:defRPr b="1">
                <a:solidFill>
                  <a:schemeClr val="bg2"/>
                </a:solidFill>
                <a:latin typeface="Arial" panose="020B0604020202020204" pitchFamily="34" charset="0"/>
              </a:defRPr>
            </a:lvl8pPr>
            <a:lvl9pPr marL="3886200" indent="-228600" eaLnBrk="0" fontAlgn="base" hangingPunct="0">
              <a:spcBef>
                <a:spcPct val="0"/>
              </a:spcBef>
              <a:spcAft>
                <a:spcPct val="0"/>
              </a:spcAft>
              <a:defRPr b="1">
                <a:solidFill>
                  <a:schemeClr val="bg2"/>
                </a:solidFill>
                <a:latin typeface="Arial" panose="020B0604020202020204" pitchFamily="34" charset="0"/>
              </a:defRPr>
            </a:lvl9pPr>
          </a:lstStyle>
          <a:p>
            <a:pPr algn="just" eaLnBrk="1" hangingPunct="1">
              <a:lnSpc>
                <a:spcPct val="150000"/>
              </a:lnSpc>
            </a:pPr>
            <a:r>
              <a:rPr lang="pt-BR" dirty="0"/>
              <a:t>	</a:t>
            </a:r>
            <a:r>
              <a:rPr lang="pt-BR" sz="2200" dirty="0">
                <a:solidFill>
                  <a:srgbClr val="FF0000"/>
                </a:solidFill>
              </a:rPr>
              <a:t>Velocidade instantânea, gráfico do MRU e derivada</a:t>
            </a:r>
            <a:endParaRPr lang="pt-BR" sz="2200" b="0" dirty="0">
              <a:solidFill>
                <a:srgbClr val="FF0000"/>
              </a:solidFill>
            </a:endParaRPr>
          </a:p>
        </p:txBody>
      </p:sp>
    </p:spTree>
    <p:extLst>
      <p:ext uri="{BB962C8B-B14F-4D97-AF65-F5344CB8AC3E}">
        <p14:creationId xmlns:p14="http://schemas.microsoft.com/office/powerpoint/2010/main" val="4813958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A2528D-CDB3-53E8-0809-581485F4EA5C}"/>
            </a:ext>
          </a:extLst>
        </p:cNvPr>
        <p:cNvGrpSpPr/>
        <p:nvPr/>
      </p:nvGrpSpPr>
      <p:grpSpPr>
        <a:xfrm>
          <a:off x="0" y="0"/>
          <a:ext cx="0" cy="0"/>
          <a:chOff x="0" y="0"/>
          <a:chExt cx="0" cy="0"/>
        </a:xfrm>
      </p:grpSpPr>
      <p:sp>
        <p:nvSpPr>
          <p:cNvPr id="2" name="Rectangle 10">
            <a:extLst>
              <a:ext uri="{FF2B5EF4-FFF2-40B4-BE49-F238E27FC236}">
                <a16:creationId xmlns:a16="http://schemas.microsoft.com/office/drawing/2014/main" id="{0365CAED-604F-09A6-3754-44F397AFFD62}"/>
              </a:ext>
            </a:extLst>
          </p:cNvPr>
          <p:cNvSpPr>
            <a:spLocks noChangeArrowheads="1"/>
          </p:cNvSpPr>
          <p:nvPr/>
        </p:nvSpPr>
        <p:spPr bwMode="auto">
          <a:xfrm>
            <a:off x="0" y="720508"/>
            <a:ext cx="9144000" cy="537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b="1">
                <a:solidFill>
                  <a:schemeClr val="bg2"/>
                </a:solidFill>
                <a:latin typeface="Arial" panose="020B0604020202020204" pitchFamily="34" charset="0"/>
              </a:defRPr>
            </a:lvl1pPr>
            <a:lvl2pPr marL="742950" indent="-285750">
              <a:defRPr b="1">
                <a:solidFill>
                  <a:schemeClr val="bg2"/>
                </a:solidFill>
                <a:latin typeface="Arial" panose="020B0604020202020204" pitchFamily="34" charset="0"/>
              </a:defRPr>
            </a:lvl2pPr>
            <a:lvl3pPr marL="1143000" indent="-228600">
              <a:defRPr b="1">
                <a:solidFill>
                  <a:schemeClr val="bg2"/>
                </a:solidFill>
                <a:latin typeface="Arial" panose="020B0604020202020204" pitchFamily="34" charset="0"/>
              </a:defRPr>
            </a:lvl3pPr>
            <a:lvl4pPr marL="1600200" indent="-228600">
              <a:defRPr b="1">
                <a:solidFill>
                  <a:schemeClr val="bg2"/>
                </a:solidFill>
                <a:latin typeface="Arial" panose="020B0604020202020204" pitchFamily="34" charset="0"/>
              </a:defRPr>
            </a:lvl4pPr>
            <a:lvl5pPr marL="2057400" indent="-228600">
              <a:defRPr b="1">
                <a:solidFill>
                  <a:schemeClr val="bg2"/>
                </a:solidFill>
                <a:latin typeface="Arial" panose="020B0604020202020204" pitchFamily="34" charset="0"/>
              </a:defRPr>
            </a:lvl5pPr>
            <a:lvl6pPr marL="2514600" indent="-228600" eaLnBrk="0" fontAlgn="base" hangingPunct="0">
              <a:spcBef>
                <a:spcPct val="0"/>
              </a:spcBef>
              <a:spcAft>
                <a:spcPct val="0"/>
              </a:spcAft>
              <a:defRPr b="1">
                <a:solidFill>
                  <a:schemeClr val="bg2"/>
                </a:solidFill>
                <a:latin typeface="Arial" panose="020B0604020202020204" pitchFamily="34" charset="0"/>
              </a:defRPr>
            </a:lvl6pPr>
            <a:lvl7pPr marL="2971800" indent="-228600" eaLnBrk="0" fontAlgn="base" hangingPunct="0">
              <a:spcBef>
                <a:spcPct val="0"/>
              </a:spcBef>
              <a:spcAft>
                <a:spcPct val="0"/>
              </a:spcAft>
              <a:defRPr b="1">
                <a:solidFill>
                  <a:schemeClr val="bg2"/>
                </a:solidFill>
                <a:latin typeface="Arial" panose="020B0604020202020204" pitchFamily="34" charset="0"/>
              </a:defRPr>
            </a:lvl7pPr>
            <a:lvl8pPr marL="3429000" indent="-228600" eaLnBrk="0" fontAlgn="base" hangingPunct="0">
              <a:spcBef>
                <a:spcPct val="0"/>
              </a:spcBef>
              <a:spcAft>
                <a:spcPct val="0"/>
              </a:spcAft>
              <a:defRPr b="1">
                <a:solidFill>
                  <a:schemeClr val="bg2"/>
                </a:solidFill>
                <a:latin typeface="Arial" panose="020B0604020202020204" pitchFamily="34" charset="0"/>
              </a:defRPr>
            </a:lvl8pPr>
            <a:lvl9pPr marL="3886200" indent="-228600" eaLnBrk="0" fontAlgn="base" hangingPunct="0">
              <a:spcBef>
                <a:spcPct val="0"/>
              </a:spcBef>
              <a:spcAft>
                <a:spcPct val="0"/>
              </a:spcAft>
              <a:defRPr b="1">
                <a:solidFill>
                  <a:schemeClr val="bg2"/>
                </a:solidFill>
                <a:latin typeface="Arial" panose="020B0604020202020204" pitchFamily="34" charset="0"/>
              </a:defRPr>
            </a:lvl9pPr>
          </a:lstStyle>
          <a:p>
            <a:pPr algn="just" eaLnBrk="1" hangingPunct="1">
              <a:lnSpc>
                <a:spcPct val="150000"/>
              </a:lnSpc>
            </a:pPr>
            <a:r>
              <a:rPr lang="pt-BR" dirty="0"/>
              <a:t>	</a:t>
            </a:r>
            <a:r>
              <a:rPr lang="pt-BR" sz="2200" dirty="0">
                <a:solidFill>
                  <a:srgbClr val="FF0000"/>
                </a:solidFill>
              </a:rPr>
              <a:t>Um pouco mais sobre a velocidade instantânea no MRU.</a:t>
            </a:r>
            <a:endParaRPr lang="pt-BR" sz="2200" b="0" dirty="0">
              <a:solidFill>
                <a:srgbClr val="FF0000"/>
              </a:solidFill>
            </a:endParaRPr>
          </a:p>
        </p:txBody>
      </p:sp>
    </p:spTree>
    <p:extLst>
      <p:ext uri="{BB962C8B-B14F-4D97-AF65-F5344CB8AC3E}">
        <p14:creationId xmlns:p14="http://schemas.microsoft.com/office/powerpoint/2010/main" val="12683406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6"/>
          <p:cNvSpPr>
            <a:spLocks noChangeArrowheads="1"/>
          </p:cNvSpPr>
          <p:nvPr/>
        </p:nvSpPr>
        <p:spPr bwMode="auto">
          <a:xfrm>
            <a:off x="0" y="792163"/>
            <a:ext cx="9144000" cy="438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b="1">
                <a:solidFill>
                  <a:schemeClr val="bg2"/>
                </a:solidFill>
                <a:latin typeface="Arial" panose="020B0604020202020204" pitchFamily="34" charset="0"/>
              </a:defRPr>
            </a:lvl1pPr>
            <a:lvl2pPr marL="742950" indent="-285750">
              <a:defRPr b="1">
                <a:solidFill>
                  <a:schemeClr val="bg2"/>
                </a:solidFill>
                <a:latin typeface="Arial" panose="020B0604020202020204" pitchFamily="34" charset="0"/>
              </a:defRPr>
            </a:lvl2pPr>
            <a:lvl3pPr marL="1143000" indent="-228600">
              <a:defRPr b="1">
                <a:solidFill>
                  <a:schemeClr val="bg2"/>
                </a:solidFill>
                <a:latin typeface="Arial" panose="020B0604020202020204" pitchFamily="34" charset="0"/>
              </a:defRPr>
            </a:lvl3pPr>
            <a:lvl4pPr marL="1600200" indent="-228600">
              <a:defRPr b="1">
                <a:solidFill>
                  <a:schemeClr val="bg2"/>
                </a:solidFill>
                <a:latin typeface="Arial" panose="020B0604020202020204" pitchFamily="34" charset="0"/>
              </a:defRPr>
            </a:lvl4pPr>
            <a:lvl5pPr marL="2057400" indent="-228600">
              <a:defRPr b="1">
                <a:solidFill>
                  <a:schemeClr val="bg2"/>
                </a:solidFill>
                <a:latin typeface="Arial" panose="020B0604020202020204" pitchFamily="34" charset="0"/>
              </a:defRPr>
            </a:lvl5pPr>
            <a:lvl6pPr marL="2514600" indent="-228600" eaLnBrk="0" fontAlgn="base" hangingPunct="0">
              <a:spcBef>
                <a:spcPct val="0"/>
              </a:spcBef>
              <a:spcAft>
                <a:spcPct val="0"/>
              </a:spcAft>
              <a:defRPr b="1">
                <a:solidFill>
                  <a:schemeClr val="bg2"/>
                </a:solidFill>
                <a:latin typeface="Arial" panose="020B0604020202020204" pitchFamily="34" charset="0"/>
              </a:defRPr>
            </a:lvl6pPr>
            <a:lvl7pPr marL="2971800" indent="-228600" eaLnBrk="0" fontAlgn="base" hangingPunct="0">
              <a:spcBef>
                <a:spcPct val="0"/>
              </a:spcBef>
              <a:spcAft>
                <a:spcPct val="0"/>
              </a:spcAft>
              <a:defRPr b="1">
                <a:solidFill>
                  <a:schemeClr val="bg2"/>
                </a:solidFill>
                <a:latin typeface="Arial" panose="020B0604020202020204" pitchFamily="34" charset="0"/>
              </a:defRPr>
            </a:lvl7pPr>
            <a:lvl8pPr marL="3429000" indent="-228600" eaLnBrk="0" fontAlgn="base" hangingPunct="0">
              <a:spcBef>
                <a:spcPct val="0"/>
              </a:spcBef>
              <a:spcAft>
                <a:spcPct val="0"/>
              </a:spcAft>
              <a:defRPr b="1">
                <a:solidFill>
                  <a:schemeClr val="bg2"/>
                </a:solidFill>
                <a:latin typeface="Arial" panose="020B0604020202020204" pitchFamily="34" charset="0"/>
              </a:defRPr>
            </a:lvl8pPr>
            <a:lvl9pPr marL="3886200" indent="-228600" eaLnBrk="0" fontAlgn="base" hangingPunct="0">
              <a:spcBef>
                <a:spcPct val="0"/>
              </a:spcBef>
              <a:spcAft>
                <a:spcPct val="0"/>
              </a:spcAft>
              <a:defRPr b="1">
                <a:solidFill>
                  <a:schemeClr val="bg2"/>
                </a:solidFill>
                <a:latin typeface="Arial" panose="020B0604020202020204" pitchFamily="34" charset="0"/>
              </a:defRPr>
            </a:lvl9pPr>
          </a:lstStyle>
          <a:p>
            <a:pPr algn="just" eaLnBrk="1" hangingPunct="1">
              <a:lnSpc>
                <a:spcPct val="120000"/>
              </a:lnSpc>
            </a:pPr>
            <a:r>
              <a:rPr lang="pt-BR" dirty="0">
                <a:solidFill>
                  <a:schemeClr val="tx1"/>
                </a:solidFill>
              </a:rPr>
              <a:t>	Resumo de equações para o movimento com aceleração constante:</a:t>
            </a:r>
          </a:p>
          <a:p>
            <a:pPr algn="just" eaLnBrk="1" hangingPunct="1">
              <a:lnSpc>
                <a:spcPct val="120000"/>
              </a:lnSpc>
            </a:pPr>
            <a:endParaRPr lang="pt-BR" dirty="0">
              <a:solidFill>
                <a:schemeClr val="tx1"/>
              </a:solidFill>
            </a:endParaRPr>
          </a:p>
          <a:p>
            <a:pPr algn="just" eaLnBrk="1" hangingPunct="1">
              <a:lnSpc>
                <a:spcPct val="120000"/>
              </a:lnSpc>
            </a:pPr>
            <a:r>
              <a:rPr lang="pt-BR" dirty="0">
                <a:solidFill>
                  <a:schemeClr val="tx1"/>
                </a:solidFill>
              </a:rPr>
              <a:t>Equação		Relação			Grandeza que falta</a:t>
            </a:r>
          </a:p>
          <a:p>
            <a:pPr algn="just" eaLnBrk="1" hangingPunct="1">
              <a:lnSpc>
                <a:spcPct val="120000"/>
              </a:lnSpc>
            </a:pPr>
            <a:endParaRPr lang="pt-BR" dirty="0">
              <a:solidFill>
                <a:schemeClr val="tx1"/>
              </a:solidFill>
            </a:endParaRPr>
          </a:p>
          <a:p>
            <a:pPr algn="just" eaLnBrk="1" hangingPunct="1">
              <a:lnSpc>
                <a:spcPct val="120000"/>
              </a:lnSpc>
            </a:pPr>
            <a:r>
              <a:rPr lang="pt-BR" b="0" dirty="0">
                <a:solidFill>
                  <a:schemeClr val="tx1"/>
                </a:solidFill>
              </a:rPr>
              <a:t>(2)							</a:t>
            </a:r>
            <a:r>
              <a:rPr lang="pt-BR" b="0" dirty="0">
                <a:solidFill>
                  <a:schemeClr val="tx1"/>
                </a:solidFill>
                <a:latin typeface="Times New Roman" panose="02020603050405020304" pitchFamily="18" charset="0"/>
                <a:cs typeface="Times New Roman" panose="02020603050405020304" pitchFamily="18" charset="0"/>
              </a:rPr>
              <a:t>s</a:t>
            </a:r>
            <a:r>
              <a:rPr lang="pt-BR" b="0" i="1" dirty="0">
                <a:solidFill>
                  <a:schemeClr val="tx1"/>
                </a:solidFill>
                <a:latin typeface="Times New Roman" panose="02020603050405020304" pitchFamily="18" charset="0"/>
              </a:rPr>
              <a:t> - s</a:t>
            </a:r>
            <a:r>
              <a:rPr lang="pt-BR" b="0" i="1" baseline="-25000" dirty="0">
                <a:solidFill>
                  <a:schemeClr val="tx1"/>
                </a:solidFill>
                <a:latin typeface="Times New Roman" panose="02020603050405020304" pitchFamily="18" charset="0"/>
              </a:rPr>
              <a:t>0</a:t>
            </a:r>
          </a:p>
          <a:p>
            <a:pPr algn="just" eaLnBrk="1" hangingPunct="1">
              <a:lnSpc>
                <a:spcPct val="120000"/>
              </a:lnSpc>
            </a:pPr>
            <a:endParaRPr lang="pt-BR" b="0" dirty="0">
              <a:solidFill>
                <a:schemeClr val="tx1"/>
              </a:solidFill>
            </a:endParaRPr>
          </a:p>
          <a:p>
            <a:pPr algn="just" eaLnBrk="1" hangingPunct="1">
              <a:lnSpc>
                <a:spcPct val="120000"/>
              </a:lnSpc>
            </a:pPr>
            <a:r>
              <a:rPr lang="pt-BR" b="0" dirty="0">
                <a:solidFill>
                  <a:schemeClr val="tx1"/>
                </a:solidFill>
              </a:rPr>
              <a:t>(6)							</a:t>
            </a:r>
            <a:r>
              <a:rPr lang="pt-BR" b="0" i="1" dirty="0">
                <a:solidFill>
                  <a:schemeClr val="tx1"/>
                </a:solidFill>
                <a:latin typeface="Times New Roman" panose="02020603050405020304" pitchFamily="18" charset="0"/>
              </a:rPr>
              <a:t>v</a:t>
            </a:r>
          </a:p>
          <a:p>
            <a:pPr algn="just" eaLnBrk="1" hangingPunct="1">
              <a:lnSpc>
                <a:spcPct val="120000"/>
              </a:lnSpc>
            </a:pPr>
            <a:endParaRPr lang="pt-BR" b="0" dirty="0">
              <a:solidFill>
                <a:schemeClr val="tx1"/>
              </a:solidFill>
            </a:endParaRPr>
          </a:p>
          <a:p>
            <a:pPr algn="just" eaLnBrk="1" hangingPunct="1">
              <a:lnSpc>
                <a:spcPct val="120000"/>
              </a:lnSpc>
            </a:pPr>
            <a:r>
              <a:rPr lang="pt-BR" b="0" dirty="0">
                <a:solidFill>
                  <a:schemeClr val="tx1"/>
                </a:solidFill>
              </a:rPr>
              <a:t>(7)							</a:t>
            </a:r>
            <a:r>
              <a:rPr lang="pt-BR" b="0" i="1" dirty="0">
                <a:solidFill>
                  <a:schemeClr val="tx1"/>
                </a:solidFill>
                <a:latin typeface="Times New Roman" panose="02020603050405020304" pitchFamily="18" charset="0"/>
              </a:rPr>
              <a:t>t</a:t>
            </a:r>
          </a:p>
          <a:p>
            <a:pPr algn="just" eaLnBrk="1" hangingPunct="1">
              <a:lnSpc>
                <a:spcPct val="120000"/>
              </a:lnSpc>
            </a:pPr>
            <a:endParaRPr lang="pt-BR" b="0" dirty="0">
              <a:solidFill>
                <a:schemeClr val="tx1"/>
              </a:solidFill>
            </a:endParaRPr>
          </a:p>
          <a:p>
            <a:pPr algn="just" eaLnBrk="1" hangingPunct="1">
              <a:lnSpc>
                <a:spcPct val="120000"/>
              </a:lnSpc>
            </a:pPr>
            <a:r>
              <a:rPr lang="pt-BR" b="0" dirty="0">
                <a:solidFill>
                  <a:schemeClr val="tx1"/>
                </a:solidFill>
              </a:rPr>
              <a:t>(8)							</a:t>
            </a:r>
            <a:r>
              <a:rPr lang="pt-BR" b="0" i="1" dirty="0">
                <a:solidFill>
                  <a:schemeClr val="tx1"/>
                </a:solidFill>
                <a:latin typeface="Times New Roman" panose="02020603050405020304" pitchFamily="18" charset="0"/>
              </a:rPr>
              <a:t>a</a:t>
            </a:r>
          </a:p>
          <a:p>
            <a:pPr algn="just" eaLnBrk="1" hangingPunct="1">
              <a:lnSpc>
                <a:spcPct val="120000"/>
              </a:lnSpc>
            </a:pPr>
            <a:endParaRPr lang="pt-BR" b="0" dirty="0">
              <a:solidFill>
                <a:schemeClr val="tx1"/>
              </a:solidFill>
            </a:endParaRPr>
          </a:p>
          <a:p>
            <a:pPr algn="just" eaLnBrk="1" hangingPunct="1">
              <a:lnSpc>
                <a:spcPct val="120000"/>
              </a:lnSpc>
            </a:pPr>
            <a:r>
              <a:rPr lang="pt-BR" b="0" dirty="0">
                <a:solidFill>
                  <a:schemeClr val="tx1"/>
                </a:solidFill>
              </a:rPr>
              <a:t>(9)							</a:t>
            </a:r>
            <a:r>
              <a:rPr lang="pt-BR" b="0" i="1" dirty="0">
                <a:solidFill>
                  <a:schemeClr val="tx1"/>
                </a:solidFill>
                <a:latin typeface="Times New Roman" panose="02020603050405020304" pitchFamily="18" charset="0"/>
              </a:rPr>
              <a:t>v</a:t>
            </a:r>
            <a:r>
              <a:rPr lang="pt-BR" b="0" i="1" baseline="-25000" dirty="0">
                <a:solidFill>
                  <a:schemeClr val="tx1"/>
                </a:solidFill>
                <a:latin typeface="Times New Roman" panose="02020603050405020304" pitchFamily="18" charset="0"/>
              </a:rPr>
              <a:t>0</a:t>
            </a:r>
          </a:p>
        </p:txBody>
      </p:sp>
      <p:graphicFrame>
        <p:nvGraphicFramePr>
          <p:cNvPr id="22531" name="Object 8"/>
          <p:cNvGraphicFramePr>
            <a:graphicFrameLocks noChangeAspect="1"/>
          </p:cNvGraphicFramePr>
          <p:nvPr>
            <p:extLst>
              <p:ext uri="{D42A27DB-BD31-4B8C-83A1-F6EECF244321}">
                <p14:modId xmlns:p14="http://schemas.microsoft.com/office/powerpoint/2010/main" val="1403934940"/>
              </p:ext>
            </p:extLst>
          </p:nvPr>
        </p:nvGraphicFramePr>
        <p:xfrm>
          <a:off x="2867025" y="2098675"/>
          <a:ext cx="2322513" cy="3311525"/>
        </p:xfrm>
        <a:graphic>
          <a:graphicData uri="http://schemas.openxmlformats.org/presentationml/2006/ole">
            <mc:AlternateContent xmlns:mc="http://schemas.openxmlformats.org/markup-compatibility/2006">
              <mc:Choice xmlns:v="urn:schemas-microsoft-com:vml" Requires="v">
                <p:oleObj name="Equação" r:id="rId2" imgW="1193760" imgH="1701720" progId="Equation.3">
                  <p:embed/>
                </p:oleObj>
              </mc:Choice>
              <mc:Fallback>
                <p:oleObj name="Equação" r:id="rId2" imgW="1193760" imgH="1701720" progId="Equation.3">
                  <p:embed/>
                  <p:pic>
                    <p:nvPicPr>
                      <p:cNvPr id="0" name=""/>
                      <p:cNvPicPr>
                        <a:picLocks noChangeAspect="1" noChangeArrowheads="1"/>
                      </p:cNvPicPr>
                      <p:nvPr/>
                    </p:nvPicPr>
                    <p:blipFill>
                      <a:blip r:embed="rId3"/>
                      <a:srcRect/>
                      <a:stretch>
                        <a:fillRect/>
                      </a:stretch>
                    </p:blipFill>
                    <p:spPr bwMode="auto">
                      <a:xfrm>
                        <a:off x="2867025" y="2098675"/>
                        <a:ext cx="2322513" cy="3311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7505815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4"/>
          <p:cNvSpPr>
            <a:spLocks noChangeArrowheads="1"/>
          </p:cNvSpPr>
          <p:nvPr/>
        </p:nvSpPr>
        <p:spPr bwMode="auto">
          <a:xfrm>
            <a:off x="3922713" y="2852738"/>
            <a:ext cx="2449512" cy="655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bIns="0" anchor="ctr">
            <a:spAutoFit/>
          </a:bodyPr>
          <a:lstStyle>
            <a:lvl1pPr>
              <a:tabLst>
                <a:tab pos="503238" algn="l"/>
              </a:tabLst>
              <a:defRPr b="1">
                <a:solidFill>
                  <a:schemeClr val="bg2"/>
                </a:solidFill>
                <a:latin typeface="Arial" panose="020B0604020202020204" pitchFamily="34" charset="0"/>
              </a:defRPr>
            </a:lvl1pPr>
            <a:lvl2pPr marL="742950" indent="-285750">
              <a:tabLst>
                <a:tab pos="503238" algn="l"/>
              </a:tabLst>
              <a:defRPr b="1">
                <a:solidFill>
                  <a:schemeClr val="bg2"/>
                </a:solidFill>
                <a:latin typeface="Arial" panose="020B0604020202020204" pitchFamily="34" charset="0"/>
              </a:defRPr>
            </a:lvl2pPr>
            <a:lvl3pPr marL="1143000" indent="-228600">
              <a:tabLst>
                <a:tab pos="503238" algn="l"/>
              </a:tabLst>
              <a:defRPr b="1">
                <a:solidFill>
                  <a:schemeClr val="bg2"/>
                </a:solidFill>
                <a:latin typeface="Arial" panose="020B0604020202020204" pitchFamily="34" charset="0"/>
              </a:defRPr>
            </a:lvl3pPr>
            <a:lvl4pPr marL="1600200" indent="-228600">
              <a:tabLst>
                <a:tab pos="503238" algn="l"/>
              </a:tabLst>
              <a:defRPr b="1">
                <a:solidFill>
                  <a:schemeClr val="bg2"/>
                </a:solidFill>
                <a:latin typeface="Arial" panose="020B0604020202020204" pitchFamily="34" charset="0"/>
              </a:defRPr>
            </a:lvl4pPr>
            <a:lvl5pPr marL="2057400" indent="-228600">
              <a:tabLst>
                <a:tab pos="503238" algn="l"/>
              </a:tabLst>
              <a:defRPr b="1">
                <a:solidFill>
                  <a:schemeClr val="bg2"/>
                </a:solidFill>
                <a:latin typeface="Arial" panose="020B0604020202020204" pitchFamily="34" charset="0"/>
              </a:defRPr>
            </a:lvl5pPr>
            <a:lvl6pPr marL="2514600" indent="-228600" eaLnBrk="0" fontAlgn="base" hangingPunct="0">
              <a:spcBef>
                <a:spcPct val="0"/>
              </a:spcBef>
              <a:spcAft>
                <a:spcPct val="0"/>
              </a:spcAft>
              <a:tabLst>
                <a:tab pos="503238" algn="l"/>
              </a:tabLst>
              <a:defRPr b="1">
                <a:solidFill>
                  <a:schemeClr val="bg2"/>
                </a:solidFill>
                <a:latin typeface="Arial" panose="020B0604020202020204" pitchFamily="34" charset="0"/>
              </a:defRPr>
            </a:lvl6pPr>
            <a:lvl7pPr marL="2971800" indent="-228600" eaLnBrk="0" fontAlgn="base" hangingPunct="0">
              <a:spcBef>
                <a:spcPct val="0"/>
              </a:spcBef>
              <a:spcAft>
                <a:spcPct val="0"/>
              </a:spcAft>
              <a:tabLst>
                <a:tab pos="503238" algn="l"/>
              </a:tabLst>
              <a:defRPr b="1">
                <a:solidFill>
                  <a:schemeClr val="bg2"/>
                </a:solidFill>
                <a:latin typeface="Arial" panose="020B0604020202020204" pitchFamily="34" charset="0"/>
              </a:defRPr>
            </a:lvl7pPr>
            <a:lvl8pPr marL="3429000" indent="-228600" eaLnBrk="0" fontAlgn="base" hangingPunct="0">
              <a:spcBef>
                <a:spcPct val="0"/>
              </a:spcBef>
              <a:spcAft>
                <a:spcPct val="0"/>
              </a:spcAft>
              <a:tabLst>
                <a:tab pos="503238" algn="l"/>
              </a:tabLst>
              <a:defRPr b="1">
                <a:solidFill>
                  <a:schemeClr val="bg2"/>
                </a:solidFill>
                <a:latin typeface="Arial" panose="020B0604020202020204" pitchFamily="34" charset="0"/>
              </a:defRPr>
            </a:lvl8pPr>
            <a:lvl9pPr marL="3886200" indent="-228600" eaLnBrk="0" fontAlgn="base" hangingPunct="0">
              <a:spcBef>
                <a:spcPct val="0"/>
              </a:spcBef>
              <a:spcAft>
                <a:spcPct val="0"/>
              </a:spcAft>
              <a:tabLst>
                <a:tab pos="503238" algn="l"/>
              </a:tabLst>
              <a:defRPr b="1">
                <a:solidFill>
                  <a:schemeClr val="bg2"/>
                </a:solidFill>
                <a:latin typeface="Arial" panose="020B0604020202020204" pitchFamily="34" charset="0"/>
              </a:defRPr>
            </a:lvl9pPr>
          </a:lstStyle>
          <a:p>
            <a:r>
              <a:rPr lang="pt-BR" sz="4000">
                <a:solidFill>
                  <a:srgbClr val="FF0000"/>
                </a:solidFill>
              </a:rPr>
              <a:t>Fim</a:t>
            </a:r>
          </a:p>
        </p:txBody>
      </p:sp>
    </p:spTree>
    <p:extLst>
      <p:ext uri="{BB962C8B-B14F-4D97-AF65-F5344CB8AC3E}">
        <p14:creationId xmlns:p14="http://schemas.microsoft.com/office/powerpoint/2010/main" val="1394726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9144000" cy="78757"/>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Espaço Reservado para Texto 5"/>
          <p:cNvSpPr>
            <a:spLocks noGrp="1"/>
          </p:cNvSpPr>
          <p:nvPr>
            <p:ph type="body" sz="quarter" idx="13"/>
          </p:nvPr>
        </p:nvSpPr>
        <p:spPr/>
        <p:txBody>
          <a:bodyPr/>
          <a:lstStyle/>
          <a:p>
            <a:pPr algn="just"/>
            <a:r>
              <a:rPr lang="pt-BR" dirty="0"/>
              <a:t>HALLIDAY, David; RESNICK, Robert;  WALKER, </a:t>
            </a:r>
            <a:r>
              <a:rPr lang="pt-BR" dirty="0" err="1"/>
              <a:t>Jearl</a:t>
            </a:r>
            <a:r>
              <a:rPr lang="pt-BR" dirty="0"/>
              <a:t>. Fundamentos de Física: gravitação, ondas e termodinâmica. </a:t>
            </a:r>
            <a:r>
              <a:rPr lang="pt-BR" dirty="0" err="1"/>
              <a:t>Vol</a:t>
            </a:r>
            <a:r>
              <a:rPr lang="pt-BR" dirty="0"/>
              <a:t> 1. Rio de Janeiro: LTC, 2006. </a:t>
            </a:r>
            <a:r>
              <a:rPr lang="pt-BR" dirty="0">
                <a:solidFill>
                  <a:srgbClr val="FF0000"/>
                </a:solidFill>
              </a:rPr>
              <a:t>CAP. 2</a:t>
            </a:r>
          </a:p>
        </p:txBody>
      </p:sp>
    </p:spTree>
    <p:extLst>
      <p:ext uri="{BB962C8B-B14F-4D97-AF65-F5344CB8AC3E}">
        <p14:creationId xmlns:p14="http://schemas.microsoft.com/office/powerpoint/2010/main" val="222726630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mv="urn:schemas-microsoft-com:mac:vml" xmlns="">
      <mp:transition xmlns:mp="http://schemas.microsoft.com/office/mac/powerpoint/2008/main" spd="slow"/>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2580640"/>
            <a:ext cx="9144000" cy="282448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Rectangle 1026"/>
          <p:cNvSpPr>
            <a:spLocks noChangeArrowheads="1"/>
          </p:cNvSpPr>
          <p:nvPr/>
        </p:nvSpPr>
        <p:spPr bwMode="auto">
          <a:xfrm>
            <a:off x="1053371" y="3387982"/>
            <a:ext cx="6862719" cy="1459503"/>
          </a:xfrm>
          <a:prstGeom prst="rect">
            <a:avLst/>
          </a:prstGeom>
          <a:noFill/>
          <a:ln w="9525">
            <a:noFill/>
            <a:miter lim="800000"/>
            <a:headEnd/>
            <a:tailEnd/>
          </a:ln>
        </p:spPr>
        <p:txBody>
          <a:bodyPr wrap="square" lIns="92075" tIns="46038" rIns="92075" bIns="46038">
            <a:spAutoFit/>
          </a:bodyPr>
          <a:lstStyle/>
          <a:p>
            <a:pPr>
              <a:defRPr/>
            </a:pPr>
            <a:r>
              <a:rPr kumimoji="1" lang="en-US" sz="2000" dirty="0">
                <a:solidFill>
                  <a:schemeClr val="bg1"/>
                </a:solidFill>
                <a:latin typeface="Gotham HTF" pitchFamily="2" charset="0"/>
                <a:cs typeface="Gotham-Bold"/>
              </a:rPr>
              <a:t>Copyright © 2026  Prof. Dr. Nivaldo Zafalon Junior</a:t>
            </a:r>
          </a:p>
          <a:p>
            <a:pPr>
              <a:defRPr/>
            </a:pPr>
            <a:endParaRPr kumimoji="1" lang="en-US" sz="1600" dirty="0">
              <a:solidFill>
                <a:schemeClr val="bg1"/>
              </a:solidFill>
              <a:latin typeface="Gotham-Book"/>
              <a:cs typeface="Gotham-Book"/>
            </a:endParaRPr>
          </a:p>
          <a:p>
            <a:pPr>
              <a:lnSpc>
                <a:spcPct val="110000"/>
              </a:lnSpc>
              <a:defRPr/>
            </a:pPr>
            <a:r>
              <a:rPr kumimoji="1" lang="en-US" sz="1600" dirty="0" err="1">
                <a:solidFill>
                  <a:schemeClr val="bg1"/>
                </a:solidFill>
                <a:latin typeface="Gotham HTF Book" pitchFamily="2" charset="0"/>
                <a:cs typeface="Gotham-Book"/>
              </a:rPr>
              <a:t>Todos</a:t>
            </a:r>
            <a:r>
              <a:rPr kumimoji="1" lang="en-US" sz="1600" dirty="0">
                <a:solidFill>
                  <a:schemeClr val="bg1"/>
                </a:solidFill>
                <a:latin typeface="Gotham HTF Book" pitchFamily="2" charset="0"/>
                <a:cs typeface="Gotham-Book"/>
              </a:rPr>
              <a:t> </a:t>
            </a:r>
            <a:r>
              <a:rPr kumimoji="1" lang="en-US" sz="1600" dirty="0" err="1">
                <a:solidFill>
                  <a:schemeClr val="bg1"/>
                </a:solidFill>
                <a:latin typeface="Gotham HTF Book" pitchFamily="2" charset="0"/>
                <a:cs typeface="Gotham-Book"/>
              </a:rPr>
              <a:t>direitos</a:t>
            </a:r>
            <a:r>
              <a:rPr kumimoji="1" lang="en-US" sz="1600" dirty="0">
                <a:solidFill>
                  <a:schemeClr val="bg1"/>
                </a:solidFill>
                <a:latin typeface="Gotham HTF Book" pitchFamily="2" charset="0"/>
                <a:cs typeface="Gotham-Book"/>
              </a:rPr>
              <a:t> </a:t>
            </a:r>
            <a:r>
              <a:rPr kumimoji="1" lang="en-US" sz="1600" dirty="0" err="1">
                <a:solidFill>
                  <a:schemeClr val="bg1"/>
                </a:solidFill>
                <a:latin typeface="Gotham HTF Book" pitchFamily="2" charset="0"/>
                <a:cs typeface="Gotham-Book"/>
              </a:rPr>
              <a:t>reservados</a:t>
            </a:r>
            <a:r>
              <a:rPr kumimoji="1" lang="en-US" sz="1600" dirty="0">
                <a:solidFill>
                  <a:schemeClr val="bg1"/>
                </a:solidFill>
                <a:latin typeface="Gotham HTF Book" pitchFamily="2" charset="0"/>
                <a:cs typeface="Gotham-Book"/>
              </a:rPr>
              <a:t>. </a:t>
            </a:r>
            <a:r>
              <a:rPr kumimoji="1" lang="en-US" sz="1600" dirty="0" err="1">
                <a:solidFill>
                  <a:schemeClr val="bg1"/>
                </a:solidFill>
                <a:latin typeface="Gotham HTF Book" pitchFamily="2" charset="0"/>
                <a:cs typeface="Gotham-Book"/>
              </a:rPr>
              <a:t>Reprodução</a:t>
            </a:r>
            <a:r>
              <a:rPr kumimoji="1" lang="en-US" sz="1600" dirty="0">
                <a:solidFill>
                  <a:schemeClr val="bg1"/>
                </a:solidFill>
                <a:latin typeface="Gotham HTF Book" pitchFamily="2" charset="0"/>
                <a:cs typeface="Gotham-Book"/>
              </a:rPr>
              <a:t> </a:t>
            </a:r>
            <a:r>
              <a:rPr kumimoji="1" lang="en-US" sz="1600" dirty="0" err="1">
                <a:solidFill>
                  <a:schemeClr val="bg1"/>
                </a:solidFill>
                <a:latin typeface="Gotham HTF Book" pitchFamily="2" charset="0"/>
                <a:cs typeface="Gotham-Book"/>
              </a:rPr>
              <a:t>ou</a:t>
            </a:r>
            <a:r>
              <a:rPr kumimoji="1" lang="en-US" sz="1600" dirty="0">
                <a:solidFill>
                  <a:schemeClr val="bg1"/>
                </a:solidFill>
                <a:latin typeface="Gotham HTF Book" pitchFamily="2" charset="0"/>
                <a:cs typeface="Gotham-Book"/>
              </a:rPr>
              <a:t> </a:t>
            </a:r>
            <a:r>
              <a:rPr kumimoji="1" lang="en-US" sz="1600" dirty="0" err="1">
                <a:solidFill>
                  <a:schemeClr val="bg1"/>
                </a:solidFill>
                <a:latin typeface="Gotham HTF Book" pitchFamily="2" charset="0"/>
                <a:cs typeface="Gotham-Book"/>
              </a:rPr>
              <a:t>divulgação</a:t>
            </a:r>
            <a:r>
              <a:rPr kumimoji="1" lang="en-US" sz="1600" dirty="0">
                <a:solidFill>
                  <a:schemeClr val="bg1"/>
                </a:solidFill>
                <a:latin typeface="Gotham HTF Book" pitchFamily="2" charset="0"/>
                <a:cs typeface="Gotham-Book"/>
              </a:rPr>
              <a:t> total </a:t>
            </a:r>
            <a:r>
              <a:rPr kumimoji="1" lang="en-US" sz="1600" dirty="0" err="1">
                <a:solidFill>
                  <a:schemeClr val="bg1"/>
                </a:solidFill>
                <a:latin typeface="Gotham HTF Book" pitchFamily="2" charset="0"/>
                <a:cs typeface="Gotham-Book"/>
              </a:rPr>
              <a:t>ou</a:t>
            </a:r>
            <a:r>
              <a:rPr kumimoji="1" lang="en-US" sz="1600" dirty="0">
                <a:solidFill>
                  <a:schemeClr val="bg1"/>
                </a:solidFill>
                <a:latin typeface="Gotham HTF Book" pitchFamily="2" charset="0"/>
                <a:cs typeface="Gotham-Book"/>
              </a:rPr>
              <a:t> </a:t>
            </a:r>
            <a:r>
              <a:rPr kumimoji="1" lang="en-US" sz="1600" dirty="0" err="1">
                <a:solidFill>
                  <a:schemeClr val="bg1"/>
                </a:solidFill>
                <a:latin typeface="Gotham HTF Book" pitchFamily="2" charset="0"/>
                <a:cs typeface="Gotham-Book"/>
              </a:rPr>
              <a:t>parcial</a:t>
            </a:r>
            <a:r>
              <a:rPr kumimoji="1" lang="en-US" sz="1600" dirty="0">
                <a:solidFill>
                  <a:schemeClr val="bg1"/>
                </a:solidFill>
                <a:latin typeface="Gotham HTF Book" pitchFamily="2" charset="0"/>
                <a:cs typeface="Gotham-Book"/>
              </a:rPr>
              <a:t> </a:t>
            </a:r>
            <a:r>
              <a:rPr kumimoji="1" lang="en-US" sz="1600" dirty="0" err="1">
                <a:solidFill>
                  <a:schemeClr val="bg1"/>
                </a:solidFill>
                <a:latin typeface="Gotham HTF Book" pitchFamily="2" charset="0"/>
                <a:cs typeface="Gotham-Book"/>
              </a:rPr>
              <a:t>deste</a:t>
            </a:r>
            <a:r>
              <a:rPr kumimoji="1" lang="en-US" sz="1600" dirty="0">
                <a:solidFill>
                  <a:schemeClr val="bg1"/>
                </a:solidFill>
                <a:latin typeface="Gotham HTF Book" pitchFamily="2" charset="0"/>
                <a:cs typeface="Gotham-Book"/>
              </a:rPr>
              <a:t> </a:t>
            </a:r>
            <a:r>
              <a:rPr kumimoji="1" lang="en-US" sz="1600" dirty="0" err="1">
                <a:solidFill>
                  <a:schemeClr val="bg1"/>
                </a:solidFill>
                <a:latin typeface="Gotham HTF Book" pitchFamily="2" charset="0"/>
                <a:cs typeface="Gotham-Book"/>
              </a:rPr>
              <a:t>documento</a:t>
            </a:r>
            <a:r>
              <a:rPr kumimoji="1" lang="en-US" sz="1600" dirty="0">
                <a:solidFill>
                  <a:schemeClr val="bg1"/>
                </a:solidFill>
                <a:latin typeface="Gotham HTF Book" pitchFamily="2" charset="0"/>
                <a:cs typeface="Gotham-Book"/>
              </a:rPr>
              <a:t> é </a:t>
            </a:r>
            <a:r>
              <a:rPr kumimoji="1" lang="en-US" sz="1600" dirty="0" err="1">
                <a:solidFill>
                  <a:schemeClr val="bg1"/>
                </a:solidFill>
                <a:latin typeface="Gotham HTF Book" pitchFamily="2" charset="0"/>
                <a:cs typeface="Gotham-Book"/>
              </a:rPr>
              <a:t>expressamente</a:t>
            </a:r>
            <a:r>
              <a:rPr kumimoji="1" lang="en-US" sz="1600" dirty="0">
                <a:solidFill>
                  <a:schemeClr val="bg1"/>
                </a:solidFill>
                <a:latin typeface="Gotham HTF Book" pitchFamily="2" charset="0"/>
                <a:cs typeface="Gotham-Book"/>
              </a:rPr>
              <a:t> </a:t>
            </a:r>
            <a:r>
              <a:rPr kumimoji="1" lang="en-US" sz="1600" dirty="0" err="1">
                <a:solidFill>
                  <a:schemeClr val="bg1"/>
                </a:solidFill>
                <a:latin typeface="Gotham HTF Book" pitchFamily="2" charset="0"/>
                <a:cs typeface="Gotham-Book"/>
              </a:rPr>
              <a:t>proíbido</a:t>
            </a:r>
            <a:r>
              <a:rPr kumimoji="1" lang="en-US" sz="1600" dirty="0">
                <a:solidFill>
                  <a:schemeClr val="bg1"/>
                </a:solidFill>
                <a:latin typeface="Gotham HTF Book" pitchFamily="2" charset="0"/>
                <a:cs typeface="Gotham-Book"/>
              </a:rPr>
              <a:t> </a:t>
            </a:r>
            <a:r>
              <a:rPr kumimoji="1" lang="en-US" sz="1600" dirty="0" err="1">
                <a:solidFill>
                  <a:schemeClr val="bg1"/>
                </a:solidFill>
                <a:latin typeface="Gotham HTF Book" pitchFamily="2" charset="0"/>
                <a:cs typeface="Gotham-Book"/>
              </a:rPr>
              <a:t>sem</a:t>
            </a:r>
            <a:r>
              <a:rPr kumimoji="1" lang="en-US" sz="1600" dirty="0">
                <a:solidFill>
                  <a:schemeClr val="bg1"/>
                </a:solidFill>
                <a:latin typeface="Gotham HTF Book" pitchFamily="2" charset="0"/>
                <a:cs typeface="Gotham-Book"/>
              </a:rPr>
              <a:t> o </a:t>
            </a:r>
            <a:r>
              <a:rPr kumimoji="1" lang="pt-BR" sz="1600" dirty="0">
                <a:solidFill>
                  <a:schemeClr val="bg1"/>
                </a:solidFill>
                <a:latin typeface="Gotham HTF Book" pitchFamily="2" charset="0"/>
                <a:cs typeface="Gotham-Book"/>
              </a:rPr>
              <a:t>consentimento formal, por escrito,</a:t>
            </a:r>
            <a:r>
              <a:rPr kumimoji="1" lang="en-US" sz="1600" dirty="0">
                <a:solidFill>
                  <a:schemeClr val="bg1"/>
                </a:solidFill>
                <a:latin typeface="Gotham HTF Book" pitchFamily="2" charset="0"/>
                <a:cs typeface="Gotham-Book"/>
              </a:rPr>
              <a:t> do Professor (</a:t>
            </a:r>
            <a:r>
              <a:rPr kumimoji="1" lang="en-US" sz="1600" dirty="0" err="1">
                <a:solidFill>
                  <a:schemeClr val="bg1"/>
                </a:solidFill>
                <a:latin typeface="Gotham HTF Book" pitchFamily="2" charset="0"/>
                <a:cs typeface="Gotham-Book"/>
              </a:rPr>
              <a:t>autor</a:t>
            </a:r>
            <a:r>
              <a:rPr kumimoji="1" lang="en-US" sz="1600" dirty="0">
                <a:solidFill>
                  <a:schemeClr val="bg1"/>
                </a:solidFill>
                <a:latin typeface="Gotham HTF Book" pitchFamily="2" charset="0"/>
                <a:cs typeface="Gotham-Book"/>
              </a:rPr>
              <a:t>).</a:t>
            </a:r>
          </a:p>
        </p:txBody>
      </p:sp>
      <p:sp>
        <p:nvSpPr>
          <p:cNvPr id="5" name="Rectangle 4"/>
          <p:cNvSpPr/>
          <p:nvPr/>
        </p:nvSpPr>
        <p:spPr>
          <a:xfrm>
            <a:off x="747966" y="3342641"/>
            <a:ext cx="72000" cy="1239520"/>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6" name="Picture 5"/>
          <p:cNvPicPr>
            <a:picLocks noChangeAspect="1"/>
          </p:cNvPicPr>
          <p:nvPr/>
        </p:nvPicPr>
        <p:blipFill>
          <a:blip r:embed="rId3"/>
          <a:stretch>
            <a:fillRect/>
          </a:stretch>
        </p:blipFill>
        <p:spPr>
          <a:xfrm>
            <a:off x="7837508" y="333716"/>
            <a:ext cx="975616" cy="267011"/>
          </a:xfrm>
          <a:prstGeom prst="rect">
            <a:avLst/>
          </a:prstGeom>
        </p:spPr>
      </p:pic>
    </p:spTree>
    <p:extLst>
      <p:ext uri="{BB962C8B-B14F-4D97-AF65-F5344CB8AC3E}">
        <p14:creationId xmlns:p14="http://schemas.microsoft.com/office/powerpoint/2010/main" val="69959477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mv="urn:schemas-microsoft-com:mac:vml" xmlns="">
      <mp:transition xmlns:mp="http://schemas.microsoft.com/office/mac/powerpoint/2008/main" spd="slow"/>
    </mc:Fallback>
  </mc:AlternateContent>
</p:sld>
</file>

<file path=ppt/theme/theme1.xml><?xml version="1.0" encoding="utf-8"?>
<a:theme xmlns:a="http://schemas.openxmlformats.org/drawingml/2006/main" name="Default Theme">
  <a:themeElements>
    <a:clrScheme name="Opulento">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Escritório Clássico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Personalizar design">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ln>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2_Personalizar design">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Personalizar design">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7.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Theme.thmx</Template>
  <TotalTime>1150</TotalTime>
  <Words>1680</Words>
  <Application>Microsoft Office PowerPoint</Application>
  <PresentationFormat>Apresentação na tela (4:3)</PresentationFormat>
  <Paragraphs>190</Paragraphs>
  <Slides>28</Slides>
  <Notes>10</Notes>
  <HiddenSlides>0</HiddenSlides>
  <MMClips>0</MMClips>
  <ScaleCrop>false</ScaleCrop>
  <HeadingPairs>
    <vt:vector size="8" baseType="variant">
      <vt:variant>
        <vt:lpstr>Fontes usadas</vt:lpstr>
      </vt:variant>
      <vt:variant>
        <vt:i4>8</vt:i4>
      </vt:variant>
      <vt:variant>
        <vt:lpstr>Tema</vt:lpstr>
      </vt:variant>
      <vt:variant>
        <vt:i4>5</vt:i4>
      </vt:variant>
      <vt:variant>
        <vt:lpstr>Servidores OLE inseridos</vt:lpstr>
      </vt:variant>
      <vt:variant>
        <vt:i4>2</vt:i4>
      </vt:variant>
      <vt:variant>
        <vt:lpstr>Títulos de slides</vt:lpstr>
      </vt:variant>
      <vt:variant>
        <vt:i4>28</vt:i4>
      </vt:variant>
    </vt:vector>
  </HeadingPairs>
  <TitlesOfParts>
    <vt:vector size="43" baseType="lpstr">
      <vt:lpstr>Arial</vt:lpstr>
      <vt:lpstr>Calibri</vt:lpstr>
      <vt:lpstr>Gotham HTF</vt:lpstr>
      <vt:lpstr>Gotham HTF Book</vt:lpstr>
      <vt:lpstr>Gotham-Bold</vt:lpstr>
      <vt:lpstr>Gotham-Book</vt:lpstr>
      <vt:lpstr>Times New Roman</vt:lpstr>
      <vt:lpstr>Wingdings</vt:lpstr>
      <vt:lpstr>Default Theme</vt:lpstr>
      <vt:lpstr>1_Personalizar design</vt:lpstr>
      <vt:lpstr>Office Theme</vt:lpstr>
      <vt:lpstr>2_Personalizar design</vt:lpstr>
      <vt:lpstr>Personalizar design</vt:lpstr>
      <vt:lpstr>Equação</vt:lpstr>
      <vt:lpstr>Equation</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FIAP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Juliana Reyes</dc:creator>
  <cp:lastModifiedBy>Nivaldo Zafalon</cp:lastModifiedBy>
  <cp:revision>238</cp:revision>
  <dcterms:created xsi:type="dcterms:W3CDTF">2015-02-07T21:24:47Z</dcterms:created>
  <dcterms:modified xsi:type="dcterms:W3CDTF">2026-05-01T12:05:18Z</dcterms:modified>
</cp:coreProperties>
</file>